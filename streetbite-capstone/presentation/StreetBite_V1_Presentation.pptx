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1d6be1c4384f04" /><Relationship Type="http://schemas.openxmlformats.org/officeDocument/2006/relationships/extended-properties" Target="/docProps/app.xml" Id="R868c6206103449dd" /><Relationship Type="http://schemas.openxmlformats.org/officeDocument/2006/relationships/officeDocument" Target="/ppt/presentation.xml" Id="R68ed3384480342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8da6d3e2d14112"/>
  </p:sldMasterIdLst>
  <p:notesMasterIdLst>
    <p:notesMasterId xmlns:r="http://schemas.openxmlformats.org/officeDocument/2006/relationships" r:id="R883c746d9e27487a"/>
  </p:notesMasterIdLst>
  <p:sldIdLst>
    <p:sldId xmlns:r="http://schemas.openxmlformats.org/officeDocument/2006/relationships" id="256" r:id="R62f97769d094481c"/>
    <p:sldId xmlns:r="http://schemas.openxmlformats.org/officeDocument/2006/relationships" id="257" r:id="Ra4f8717070584492"/>
    <p:sldId xmlns:r="http://schemas.openxmlformats.org/officeDocument/2006/relationships" id="258" r:id="R07c33db78cbc4766"/>
    <p:sldId xmlns:r="http://schemas.openxmlformats.org/officeDocument/2006/relationships" id="259" r:id="R36b5b08c6ec6490d"/>
    <p:sldId xmlns:r="http://schemas.openxmlformats.org/officeDocument/2006/relationships" id="260" r:id="R69dbb6dced8540ea"/>
    <p:sldId xmlns:r="http://schemas.openxmlformats.org/officeDocument/2006/relationships" id="261" r:id="R2cb796e607ca4a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4ad97b33e14bfd" /><Relationship Type="http://schemas.openxmlformats.org/officeDocument/2006/relationships/slideMaster" Target="/ppt/slideMasters/slideMaster1.xml" Id="R0d8da6d3e2d14112" /><Relationship Type="http://schemas.openxmlformats.org/officeDocument/2006/relationships/notesMaster" Target="/ppt/notesMasters/notesMaster1.xml" Id="R883c746d9e27487a" /><Relationship Type="http://schemas.openxmlformats.org/officeDocument/2006/relationships/presProps" Target="/ppt/presProps.xml" Id="R4a026fe0cf3345cf" /><Relationship Type="http://schemas.openxmlformats.org/officeDocument/2006/relationships/tableStyles" Target="/ppt/tableStyles.xml" Id="R8c7fa13a36924a3f" /><Relationship Type="http://schemas.openxmlformats.org/officeDocument/2006/relationships/slide" Target="/ppt/slides/slide1.xml" Id="R62f97769d094481c" /><Relationship Type="http://schemas.openxmlformats.org/officeDocument/2006/relationships/slide" Target="/ppt/slides/slide2.xml" Id="Ra4f8717070584492" /><Relationship Type="http://schemas.openxmlformats.org/officeDocument/2006/relationships/slide" Target="/ppt/slides/slide3.xml" Id="R07c33db78cbc4766" /><Relationship Type="http://schemas.openxmlformats.org/officeDocument/2006/relationships/slide" Target="/ppt/slides/slide4.xml" Id="R36b5b08c6ec6490d" /><Relationship Type="http://schemas.openxmlformats.org/officeDocument/2006/relationships/slide" Target="/ppt/slides/slide5.xml" Id="R69dbb6dced8540ea" /><Relationship Type="http://schemas.openxmlformats.org/officeDocument/2006/relationships/slide" Target="/ppt/slides/slide6.xml" Id="R2cb796e607ca4a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2f5a8a9df24e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f46320792141c0" /><Relationship Type="http://schemas.openxmlformats.org/officeDocument/2006/relationships/notesMaster" Target="/ppt/notesMasters/notesMaster1.xml" Id="R7fd936e2fa1a44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60c1c37dd54c8e" /><Relationship Type="http://schemas.openxmlformats.org/officeDocument/2006/relationships/notesMaster" Target="/ppt/notesMasters/notesMaster1.xml" Id="Rb9fe7251df2344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99ef2e7c2f477c" /><Relationship Type="http://schemas.openxmlformats.org/officeDocument/2006/relationships/notesMaster" Target="/ppt/notesMasters/notesMaster1.xml" Id="Rffa2860ce9e84a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9508eeadc04021" /><Relationship Type="http://schemas.openxmlformats.org/officeDocument/2006/relationships/notesMaster" Target="/ppt/notesMasters/notesMaster1.xml" Id="R4c150beaf3f842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c7e4dbb42f4f39" /><Relationship Type="http://schemas.openxmlformats.org/officeDocument/2006/relationships/notesMaster" Target="/ppt/notesMasters/notesMaster1.xml" Id="Rdcbec832dddd4b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aada57ae2c4b0e" /><Relationship Type="http://schemas.openxmlformats.org/officeDocument/2006/relationships/notesMaster" Target="/ppt/notesMasters/notesMaster1.xml" Id="R9e42c4ae554e4a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6d64caee74c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796f9ddbfe4f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369ef37c334c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f462acb40548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10f8f8cc2542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03b4831d0f40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D2B25C-3898-4256-9614-2D16D2AB4F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C413891-3C3F-4280-ADFB-03007AF5E8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A77F52-A9BA-45D3-9BE6-5DF898A2DD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3305D6-7C16-4B7A-B5B3-7EAC213751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7099D3-E96D-4A26-AFC8-D6168D34DD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DEB5BF-B855-4EE6-A377-4E053B90CF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FF1F98-B1D8-46E5-BBE4-5E6A1690A3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CC6EBE-834F-4CBE-91AD-9C4580F1ED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FA32CA-A7D9-47BC-B36F-D894E49F57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06FC82-6090-4447-AAB1-4DAE100549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677905601a4cf7" /><Relationship Type="http://schemas.openxmlformats.org/officeDocument/2006/relationships/slideLayout" Target="/ppt/slideLayouts/slideLayout1.xml" Id="R6f5bbf7903cc4191" /><Relationship Type="http://schemas.openxmlformats.org/officeDocument/2006/relationships/slideLayout" Target="/ppt/slideLayouts/slideLayout2.xml" Id="Rd0ed8aaaee7f49ac" /><Relationship Type="http://schemas.openxmlformats.org/officeDocument/2006/relationships/slideLayout" Target="/ppt/slideLayouts/slideLayout3.xml" Id="R55a40c7a658a4bfa" /><Relationship Type="http://schemas.openxmlformats.org/officeDocument/2006/relationships/slideLayout" Target="/ppt/slideLayouts/slideLayout4.xml" Id="R2dbf72cce2e44658" /><Relationship Type="http://schemas.openxmlformats.org/officeDocument/2006/relationships/slideLayout" Target="/ppt/slideLayouts/slideLayout5.xml" Id="R61282b09cd464faa" /><Relationship Type="http://schemas.openxmlformats.org/officeDocument/2006/relationships/slideLayout" Target="/ppt/slideLayouts/slideLayout6.xml" Id="R3a95efcef4e249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5bbf7903cc4191"/>
    <p:sldLayoutId xmlns:r="http://schemas.openxmlformats.org/officeDocument/2006/relationships" id="2147483650" r:id="Rd0ed8aaaee7f49ac"/>
    <p:sldLayoutId xmlns:r="http://schemas.openxmlformats.org/officeDocument/2006/relationships" id="2147483651" r:id="R55a40c7a658a4bfa"/>
    <p:sldLayoutId xmlns:r="http://schemas.openxmlformats.org/officeDocument/2006/relationships" id="2147483652" r:id="R2dbf72cce2e44658"/>
    <p:sldLayoutId xmlns:r="http://schemas.openxmlformats.org/officeDocument/2006/relationships" id="2147483653" r:id="R61282b09cd464faa"/>
    <p:sldLayoutId xmlns:r="http://schemas.openxmlformats.org/officeDocument/2006/relationships" id="2147483654" r:id="R3a95efcef4e249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ba5951aa194f7f" /><Relationship Type="http://schemas.openxmlformats.org/officeDocument/2006/relationships/notesSlide" Target="/ppt/notesSlides/notesSlide1.xml" Id="R9b12ca9d296445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51c33960404035" /><Relationship Type="http://schemas.openxmlformats.org/officeDocument/2006/relationships/notesSlide" Target="/ppt/notesSlides/notesSlide2.xml" Id="R1a484b1c633548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2c949870764877" /><Relationship Type="http://schemas.openxmlformats.org/officeDocument/2006/relationships/notesSlide" Target="/ppt/notesSlides/notesSlide3.xml" Id="R163ee2233c714a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042297e0b40fa" /><Relationship Type="http://schemas.openxmlformats.org/officeDocument/2006/relationships/notesSlide" Target="/ppt/notesSlides/notesSlide4.xml" Id="R881c4b9388db4d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0296a704354a03" /><Relationship Type="http://schemas.openxmlformats.org/officeDocument/2006/relationships/notesSlide" Target="/ppt/notesSlides/notesSlide5.xml" Id="R5339a05bd85d4d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e47a5caf504b9d" /><Relationship Type="http://schemas.openxmlformats.org/officeDocument/2006/relationships/notesSlide" Target="/ppt/notesSlides/notesSlide6.xml" Id="R6c366472b5dc47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E9FDD-9393-4495-BCF6-63A27AC2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096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EF6B35"/>
                </a:solidFill>
              </a:defRPr>
            </a:defPPr>
            <a:lvl1pPr>
              <a:defRPr sz="1725" b="1">
                <a:solidFill>
                  <a:srgbClr val="EF6B35"/>
                </a:solidFill>
              </a:defRPr>
            </a:lvl1pPr>
            <a:lvl2pPr>
              <a:defRPr sz="1725" b="1">
                <a:solidFill>
                  <a:srgbClr val="EF6B35"/>
                </a:solidFill>
              </a:defRPr>
            </a:lvl2pPr>
            <a:lvl3pPr>
              <a:defRPr sz="1725" b="1">
                <a:solidFill>
                  <a:srgbClr val="EF6B35"/>
                </a:solidFill>
              </a:defRPr>
            </a:lvl3pPr>
            <a:lvl4pPr>
              <a:defRPr sz="1725" b="1">
                <a:solidFill>
                  <a:srgbClr val="EF6B35"/>
                </a:solidFill>
              </a:defRPr>
            </a:lvl4pPr>
            <a:lvl5pPr>
              <a:defRPr sz="1725" b="1">
                <a:solidFill>
                  <a:srgbClr val="EF6B35"/>
                </a:solidFill>
              </a:defRPr>
            </a:lvl5pPr>
            <a:lvl6pPr>
              <a:defRPr sz="1725" b="1">
                <a:solidFill>
                  <a:srgbClr val="EF6B35"/>
                </a:solidFill>
              </a:defRPr>
            </a:lvl6pPr>
            <a:lvl7pPr>
              <a:defRPr sz="1725" b="1">
                <a:solidFill>
                  <a:srgbClr val="EF6B35"/>
                </a:solidFill>
              </a:defRPr>
            </a:lvl7pPr>
            <a:lvl8pPr>
              <a:defRPr sz="1725" b="1">
                <a:solidFill>
                  <a:srgbClr val="EF6B35"/>
                </a:solidFill>
              </a:defRPr>
            </a:lvl8pPr>
            <a:lvl9pPr>
              <a:defRPr sz="1725" b="1">
                <a:solidFill>
                  <a:srgbClr val="EF6B3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EF6B35"/>
                </a:solidFill>
              </a:defRPr>
            </a:pPr>
            <a:r>
              <a:rPr sz="1725" b="1">
                <a:solidFill>
                  <a:srgbClr val="EF6B35"/>
                </a:solidFill>
              </a:rPr>
              <a:t>STREETBITE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92DA5-CFD3-4E2D-ACB7-4FC4C193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9906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9F2"/>
                </a:solidFill>
              </a:defRPr>
            </a:defPPr>
            <a:lvl1pPr>
              <a:defRPr sz="4800" b="1">
                <a:solidFill>
                  <a:srgbClr val="FFF9F2"/>
                </a:solidFill>
              </a:defRPr>
            </a:lvl1pPr>
            <a:lvl2pPr>
              <a:defRPr sz="4800" b="1">
                <a:solidFill>
                  <a:srgbClr val="FFF9F2"/>
                </a:solidFill>
              </a:defRPr>
            </a:lvl2pPr>
            <a:lvl3pPr>
              <a:defRPr sz="4800" b="1">
                <a:solidFill>
                  <a:srgbClr val="FFF9F2"/>
                </a:solidFill>
              </a:defRPr>
            </a:lvl3pPr>
            <a:lvl4pPr>
              <a:defRPr sz="4800" b="1">
                <a:solidFill>
                  <a:srgbClr val="FFF9F2"/>
                </a:solidFill>
              </a:defRPr>
            </a:lvl4pPr>
            <a:lvl5pPr>
              <a:defRPr sz="4800" b="1">
                <a:solidFill>
                  <a:srgbClr val="FFF9F2"/>
                </a:solidFill>
              </a:defRPr>
            </a:lvl5pPr>
            <a:lvl6pPr>
              <a:defRPr sz="4800" b="1">
                <a:solidFill>
                  <a:srgbClr val="FFF9F2"/>
                </a:solidFill>
              </a:defRPr>
            </a:lvl6pPr>
            <a:lvl7pPr>
              <a:defRPr sz="4800" b="1">
                <a:solidFill>
                  <a:srgbClr val="FFF9F2"/>
                </a:solidFill>
              </a:defRPr>
            </a:lvl7pPr>
            <a:lvl8pPr>
              <a:defRPr sz="4800" b="1">
                <a:solidFill>
                  <a:srgbClr val="FFF9F2"/>
                </a:solidFill>
              </a:defRPr>
            </a:lvl8pPr>
            <a:lvl9pPr>
              <a:defRPr sz="4800" b="1">
                <a:solidFill>
                  <a:srgbClr val="FFF9F2"/>
                </a:solidFill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9F2"/>
                </a:solidFill>
              </a:defRPr>
            </a:pPr>
            <a:r>
              <a:rPr sz="4800" b="1">
                <a:solidFill>
                  <a:srgbClr val="FFF9F2"/>
                </a:solidFill>
              </a:rPr>
              <a:t>Street food,</a:t>
            </a:r>
          </a:p>
          <a:p xmlns:a="http://schemas.openxmlformats.org/drawingml/2006/main">
            <a:pPr>
              <a:defRPr sz="4800" b="1">
                <a:solidFill>
                  <a:srgbClr val="FFF9F2"/>
                </a:solidFill>
              </a:defRPr>
            </a:pPr>
            <a:r>
              <a:rPr sz="4800" b="1">
                <a:solidFill>
                  <a:srgbClr val="FFF9F2"/>
                </a:solidFill>
              </a:rPr>
              <a:t>within reach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10260-8227-43A0-932A-638165CD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F9F2"/>
                </a:solidFill>
              </a:defRPr>
            </a:defPPr>
            <a:lvl1pPr>
              <a:defRPr sz="1650" b="0">
                <a:solidFill>
                  <a:srgbClr val="FFF9F2"/>
                </a:solidFill>
              </a:defRPr>
            </a:lvl1pPr>
            <a:lvl2pPr>
              <a:defRPr sz="1650" b="0">
                <a:solidFill>
                  <a:srgbClr val="FFF9F2"/>
                </a:solidFill>
              </a:defRPr>
            </a:lvl2pPr>
            <a:lvl3pPr>
              <a:defRPr sz="1650" b="0">
                <a:solidFill>
                  <a:srgbClr val="FFF9F2"/>
                </a:solidFill>
              </a:defRPr>
            </a:lvl3pPr>
            <a:lvl4pPr>
              <a:defRPr sz="1650" b="0">
                <a:solidFill>
                  <a:srgbClr val="FFF9F2"/>
                </a:solidFill>
              </a:defRPr>
            </a:lvl4pPr>
            <a:lvl5pPr>
              <a:defRPr sz="1650" b="0">
                <a:solidFill>
                  <a:srgbClr val="FFF9F2"/>
                </a:solidFill>
              </a:defRPr>
            </a:lvl5pPr>
            <a:lvl6pPr>
              <a:defRPr sz="1650" b="0">
                <a:solidFill>
                  <a:srgbClr val="FFF9F2"/>
                </a:solidFill>
              </a:defRPr>
            </a:lvl6pPr>
            <a:lvl7pPr>
              <a:defRPr sz="1650" b="0">
                <a:solidFill>
                  <a:srgbClr val="FFF9F2"/>
                </a:solidFill>
              </a:defRPr>
            </a:lvl7pPr>
            <a:lvl8pPr>
              <a:defRPr sz="1650" b="0">
                <a:solidFill>
                  <a:srgbClr val="FFF9F2"/>
                </a:solidFill>
              </a:defRPr>
            </a:lvl8pPr>
            <a:lvl9pPr>
              <a:defRPr sz="1650" b="0">
                <a:solidFill>
                  <a:srgbClr val="FFF9F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F9F2"/>
                </a:solidFill>
              </a:defRPr>
            </a:pPr>
            <a:r>
              <a:rPr sz="1650" b="0">
                <a:solidFill>
                  <a:srgbClr val="FFF9F2"/>
                </a:solidFill>
              </a:rPr>
              <a:t>Flutter capstone project  |  Version 1.0  |  October 2026</a:t>
            </a:r>
          </a:p>
        </p:txBody>
      </p:sp>
    </p:spTree>
    <p:extLst>
      <p:ext uri="{BB962C8B-B14F-4D97-AF65-F5344CB8AC3E}">
        <p14:creationId xmlns:p14="http://schemas.microsoft.com/office/powerpoint/2010/main" val="650442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03C89-696E-44C4-A765-6F18EF00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F6B35"/>
                </a:solidFill>
              </a:defRPr>
            </a:defPPr>
            <a:lvl1pPr>
              <a:defRPr sz="1200" b="1">
                <a:solidFill>
                  <a:srgbClr val="EF6B35"/>
                </a:solidFill>
              </a:defRPr>
            </a:lvl1pPr>
            <a:lvl2pPr>
              <a:defRPr sz="1200" b="1">
                <a:solidFill>
                  <a:srgbClr val="EF6B35"/>
                </a:solidFill>
              </a:defRPr>
            </a:lvl2pPr>
            <a:lvl3pPr>
              <a:defRPr sz="1200" b="1">
                <a:solidFill>
                  <a:srgbClr val="EF6B35"/>
                </a:solidFill>
              </a:defRPr>
            </a:lvl3pPr>
            <a:lvl4pPr>
              <a:defRPr sz="1200" b="1">
                <a:solidFill>
                  <a:srgbClr val="EF6B35"/>
                </a:solidFill>
              </a:defRPr>
            </a:lvl4pPr>
            <a:lvl5pPr>
              <a:defRPr sz="1200" b="1">
                <a:solidFill>
                  <a:srgbClr val="EF6B35"/>
                </a:solidFill>
              </a:defRPr>
            </a:lvl5pPr>
            <a:lvl6pPr>
              <a:defRPr sz="1200" b="1">
                <a:solidFill>
                  <a:srgbClr val="EF6B35"/>
                </a:solidFill>
              </a:defRPr>
            </a:lvl6pPr>
            <a:lvl7pPr>
              <a:defRPr sz="1200" b="1">
                <a:solidFill>
                  <a:srgbClr val="EF6B35"/>
                </a:solidFill>
              </a:defRPr>
            </a:lvl7pPr>
            <a:lvl8pPr>
              <a:defRPr sz="1200" b="1">
                <a:solidFill>
                  <a:srgbClr val="EF6B35"/>
                </a:solidFill>
              </a:defRPr>
            </a:lvl8pPr>
            <a:lvl9pPr>
              <a:defRPr sz="1200" b="1">
                <a:solidFill>
                  <a:srgbClr val="EF6B3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F6B35"/>
                </a:solidFill>
              </a:defRPr>
            </a:pPr>
            <a:r>
              <a:rPr sz="1200" b="1">
                <a:solidFill>
                  <a:srgbClr val="EF6B35"/>
                </a:solidFill>
              </a:rPr>
              <a:t>STREETBITE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A55EE-B15A-43F9-9B94-1F2B5B1B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528"/>
                </a:solidFill>
              </a:defRPr>
            </a:defPPr>
            <a:lvl1pPr>
              <a:defRPr sz="3450" b="1">
                <a:solidFill>
                  <a:srgbClr val="172528"/>
                </a:solidFill>
              </a:defRPr>
            </a:lvl1pPr>
            <a:lvl2pPr>
              <a:defRPr sz="3450" b="1">
                <a:solidFill>
                  <a:srgbClr val="172528"/>
                </a:solidFill>
              </a:defRPr>
            </a:lvl2pPr>
            <a:lvl3pPr>
              <a:defRPr sz="3450" b="1">
                <a:solidFill>
                  <a:srgbClr val="172528"/>
                </a:solidFill>
              </a:defRPr>
            </a:lvl3pPr>
            <a:lvl4pPr>
              <a:defRPr sz="3450" b="1">
                <a:solidFill>
                  <a:srgbClr val="172528"/>
                </a:solidFill>
              </a:defRPr>
            </a:lvl4pPr>
            <a:lvl5pPr>
              <a:defRPr sz="3450" b="1">
                <a:solidFill>
                  <a:srgbClr val="172528"/>
                </a:solidFill>
              </a:defRPr>
            </a:lvl5pPr>
            <a:lvl6pPr>
              <a:defRPr sz="3450" b="1">
                <a:solidFill>
                  <a:srgbClr val="172528"/>
                </a:solidFill>
              </a:defRPr>
            </a:lvl6pPr>
            <a:lvl7pPr>
              <a:defRPr sz="3450" b="1">
                <a:solidFill>
                  <a:srgbClr val="172528"/>
                </a:solidFill>
              </a:defRPr>
            </a:lvl7pPr>
            <a:lvl8pPr>
              <a:defRPr sz="3450" b="1">
                <a:solidFill>
                  <a:srgbClr val="172528"/>
                </a:solidFill>
              </a:defRPr>
            </a:lvl8pPr>
            <a:lvl9pPr>
              <a:defRPr sz="3450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528"/>
                </a:solidFill>
              </a:defRPr>
            </a:pPr>
            <a:r>
              <a:rPr sz="3450" b="1">
                <a:solidFill>
                  <a:srgbClr val="172528"/>
                </a:solidFill>
              </a:rPr>
              <a:t>The customer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834D9-8927-4B0D-ADBC-5527EF67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007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696B"/>
                </a:solidFill>
              </a:defRPr>
            </a:defPPr>
            <a:lvl1pPr>
              <a:defRPr sz="1050" b="0">
                <a:solidFill>
                  <a:srgbClr val="5B696B"/>
                </a:solidFill>
              </a:defRPr>
            </a:lvl1pPr>
            <a:lvl2pPr>
              <a:defRPr sz="1050" b="0">
                <a:solidFill>
                  <a:srgbClr val="5B696B"/>
                </a:solidFill>
              </a:defRPr>
            </a:lvl2pPr>
            <a:lvl3pPr>
              <a:defRPr sz="1050" b="0">
                <a:solidFill>
                  <a:srgbClr val="5B696B"/>
                </a:solidFill>
              </a:defRPr>
            </a:lvl3pPr>
            <a:lvl4pPr>
              <a:defRPr sz="1050" b="0">
                <a:solidFill>
                  <a:srgbClr val="5B696B"/>
                </a:solidFill>
              </a:defRPr>
            </a:lvl4pPr>
            <a:lvl5pPr>
              <a:defRPr sz="1050" b="0">
                <a:solidFill>
                  <a:srgbClr val="5B696B"/>
                </a:solidFill>
              </a:defRPr>
            </a:lvl5pPr>
            <a:lvl6pPr>
              <a:defRPr sz="1050" b="0">
                <a:solidFill>
                  <a:srgbClr val="5B696B"/>
                </a:solidFill>
              </a:defRPr>
            </a:lvl6pPr>
            <a:lvl7pPr>
              <a:defRPr sz="1050" b="0">
                <a:solidFill>
                  <a:srgbClr val="5B696B"/>
                </a:solidFill>
              </a:defRPr>
            </a:lvl7pPr>
            <a:lvl8pPr>
              <a:defRPr sz="1050" b="0">
                <a:solidFill>
                  <a:srgbClr val="5B696B"/>
                </a:solidFill>
              </a:defRPr>
            </a:lvl8pPr>
            <a:lvl9pPr>
              <a:defRPr sz="105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696B"/>
                </a:solidFill>
              </a:defRPr>
            </a:pPr>
            <a:r>
              <a:rPr sz="1050" b="0">
                <a:solidFill>
                  <a:srgbClr val="5B696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888A5-19C5-4F74-8152-3DC8FB9A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528"/>
                </a:solidFill>
              </a:defRPr>
            </a:defPPr>
            <a:lvl1pPr>
              <a:defRPr sz="1875" b="1">
                <a:solidFill>
                  <a:srgbClr val="172528"/>
                </a:solidFill>
              </a:defRPr>
            </a:lvl1pPr>
            <a:lvl2pPr>
              <a:defRPr sz="1875" b="1">
                <a:solidFill>
                  <a:srgbClr val="172528"/>
                </a:solidFill>
              </a:defRPr>
            </a:lvl2pPr>
            <a:lvl3pPr>
              <a:defRPr sz="1875" b="1">
                <a:solidFill>
                  <a:srgbClr val="172528"/>
                </a:solidFill>
              </a:defRPr>
            </a:lvl3pPr>
            <a:lvl4pPr>
              <a:defRPr sz="1875" b="1">
                <a:solidFill>
                  <a:srgbClr val="172528"/>
                </a:solidFill>
              </a:defRPr>
            </a:lvl4pPr>
            <a:lvl5pPr>
              <a:defRPr sz="1875" b="1">
                <a:solidFill>
                  <a:srgbClr val="172528"/>
                </a:solidFill>
              </a:defRPr>
            </a:lvl5pPr>
            <a:lvl6pPr>
              <a:defRPr sz="1875" b="1">
                <a:solidFill>
                  <a:srgbClr val="172528"/>
                </a:solidFill>
              </a:defRPr>
            </a:lvl6pPr>
            <a:lvl7pPr>
              <a:defRPr sz="1875" b="1">
                <a:solidFill>
                  <a:srgbClr val="172528"/>
                </a:solidFill>
              </a:defRPr>
            </a:lvl7pPr>
            <a:lvl8pPr>
              <a:defRPr sz="1875" b="1">
                <a:solidFill>
                  <a:srgbClr val="172528"/>
                </a:solidFill>
              </a:defRPr>
            </a:lvl8pPr>
            <a:lvl9pPr>
              <a:defRPr sz="1875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528"/>
                </a:solidFill>
              </a:defRPr>
            </a:pPr>
            <a:r>
              <a:rPr sz="1875" b="1">
                <a:solidFill>
                  <a:srgbClr val="172528"/>
                </a:solidFill>
              </a:rPr>
              <a:t>Discover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B1F60-4775-4443-A585-82FD4DC3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96B"/>
                </a:solidFill>
              </a:defRPr>
            </a:defPPr>
            <a:lvl1pPr>
              <a:defRPr sz="1500" b="0">
                <a:solidFill>
                  <a:srgbClr val="5B696B"/>
                </a:solidFill>
              </a:defRPr>
            </a:lvl1pPr>
            <a:lvl2pPr>
              <a:defRPr sz="1500" b="0">
                <a:solidFill>
                  <a:srgbClr val="5B696B"/>
                </a:solidFill>
              </a:defRPr>
            </a:lvl2pPr>
            <a:lvl3pPr>
              <a:defRPr sz="1500" b="0">
                <a:solidFill>
                  <a:srgbClr val="5B696B"/>
                </a:solidFill>
              </a:defRPr>
            </a:lvl3pPr>
            <a:lvl4pPr>
              <a:defRPr sz="1500" b="0">
                <a:solidFill>
                  <a:srgbClr val="5B696B"/>
                </a:solidFill>
              </a:defRPr>
            </a:lvl4pPr>
            <a:lvl5pPr>
              <a:defRPr sz="1500" b="0">
                <a:solidFill>
                  <a:srgbClr val="5B696B"/>
                </a:solidFill>
              </a:defRPr>
            </a:lvl5pPr>
            <a:lvl6pPr>
              <a:defRPr sz="1500" b="0">
                <a:solidFill>
                  <a:srgbClr val="5B696B"/>
                </a:solidFill>
              </a:defRPr>
            </a:lvl6pPr>
            <a:lvl7pPr>
              <a:defRPr sz="1500" b="0">
                <a:solidFill>
                  <a:srgbClr val="5B696B"/>
                </a:solidFill>
              </a:defRPr>
            </a:lvl7pPr>
            <a:lvl8pPr>
              <a:defRPr sz="1500" b="0">
                <a:solidFill>
                  <a:srgbClr val="5B696B"/>
                </a:solidFill>
              </a:defRPr>
            </a:lvl8pPr>
            <a:lvl9pPr>
              <a:defRPr sz="150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96B"/>
                </a:solidFill>
              </a:defRPr>
            </a:pPr>
            <a:r>
              <a:rPr sz="1500" b="0">
                <a:solidFill>
                  <a:srgbClr val="5B696B"/>
                </a:solidFill>
              </a:rPr>
              <a:t>Browse live meals from TheMealDB and find nearby vendors on Google Maps.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57E04-A837-4535-8E90-E953C1D5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528"/>
                </a:solidFill>
              </a:defRPr>
            </a:defPPr>
            <a:lvl1pPr>
              <a:defRPr sz="1875" b="1">
                <a:solidFill>
                  <a:srgbClr val="172528"/>
                </a:solidFill>
              </a:defRPr>
            </a:lvl1pPr>
            <a:lvl2pPr>
              <a:defRPr sz="1875" b="1">
                <a:solidFill>
                  <a:srgbClr val="172528"/>
                </a:solidFill>
              </a:defRPr>
            </a:lvl2pPr>
            <a:lvl3pPr>
              <a:defRPr sz="1875" b="1">
                <a:solidFill>
                  <a:srgbClr val="172528"/>
                </a:solidFill>
              </a:defRPr>
            </a:lvl3pPr>
            <a:lvl4pPr>
              <a:defRPr sz="1875" b="1">
                <a:solidFill>
                  <a:srgbClr val="172528"/>
                </a:solidFill>
              </a:defRPr>
            </a:lvl4pPr>
            <a:lvl5pPr>
              <a:defRPr sz="1875" b="1">
                <a:solidFill>
                  <a:srgbClr val="172528"/>
                </a:solidFill>
              </a:defRPr>
            </a:lvl5pPr>
            <a:lvl6pPr>
              <a:defRPr sz="1875" b="1">
                <a:solidFill>
                  <a:srgbClr val="172528"/>
                </a:solidFill>
              </a:defRPr>
            </a:lvl6pPr>
            <a:lvl7pPr>
              <a:defRPr sz="1875" b="1">
                <a:solidFill>
                  <a:srgbClr val="172528"/>
                </a:solidFill>
              </a:defRPr>
            </a:lvl7pPr>
            <a:lvl8pPr>
              <a:defRPr sz="1875" b="1">
                <a:solidFill>
                  <a:srgbClr val="172528"/>
                </a:solidFill>
              </a:defRPr>
            </a:lvl8pPr>
            <a:lvl9pPr>
              <a:defRPr sz="1875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528"/>
                </a:solidFill>
              </a:defRPr>
            </a:pPr>
            <a:r>
              <a:rPr sz="1875" b="1">
                <a:solidFill>
                  <a:srgbClr val="172528"/>
                </a:solidFill>
              </a:rPr>
              <a:t>Choose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8F053-2D54-40A8-9845-C5B53C47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96B"/>
                </a:solidFill>
              </a:defRPr>
            </a:defPPr>
            <a:lvl1pPr>
              <a:defRPr sz="1500" b="0">
                <a:solidFill>
                  <a:srgbClr val="5B696B"/>
                </a:solidFill>
              </a:defRPr>
            </a:lvl1pPr>
            <a:lvl2pPr>
              <a:defRPr sz="1500" b="0">
                <a:solidFill>
                  <a:srgbClr val="5B696B"/>
                </a:solidFill>
              </a:defRPr>
            </a:lvl2pPr>
            <a:lvl3pPr>
              <a:defRPr sz="1500" b="0">
                <a:solidFill>
                  <a:srgbClr val="5B696B"/>
                </a:solidFill>
              </a:defRPr>
            </a:lvl3pPr>
            <a:lvl4pPr>
              <a:defRPr sz="1500" b="0">
                <a:solidFill>
                  <a:srgbClr val="5B696B"/>
                </a:solidFill>
              </a:defRPr>
            </a:lvl4pPr>
            <a:lvl5pPr>
              <a:defRPr sz="1500" b="0">
                <a:solidFill>
                  <a:srgbClr val="5B696B"/>
                </a:solidFill>
              </a:defRPr>
            </a:lvl5pPr>
            <a:lvl6pPr>
              <a:defRPr sz="1500" b="0">
                <a:solidFill>
                  <a:srgbClr val="5B696B"/>
                </a:solidFill>
              </a:defRPr>
            </a:lvl6pPr>
            <a:lvl7pPr>
              <a:defRPr sz="1500" b="0">
                <a:solidFill>
                  <a:srgbClr val="5B696B"/>
                </a:solidFill>
              </a:defRPr>
            </a:lvl7pPr>
            <a:lvl8pPr>
              <a:defRPr sz="1500" b="0">
                <a:solidFill>
                  <a:srgbClr val="5B696B"/>
                </a:solidFill>
              </a:defRPr>
            </a:lvl8pPr>
            <a:lvl9pPr>
              <a:defRPr sz="150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96B"/>
                </a:solidFill>
              </a:defRPr>
            </a:pPr>
            <a:r>
              <a:rPr sz="1500" b="0">
                <a:solidFill>
                  <a:srgbClr val="5B696B"/>
                </a:solidFill>
              </a:rPr>
              <a:t>Open meal details, save favourites, and manage the cart.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BE1C1-8D1B-4B4C-BD15-9E7EB088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528"/>
                </a:solidFill>
              </a:defRPr>
            </a:defPPr>
            <a:lvl1pPr>
              <a:defRPr sz="1875" b="1">
                <a:solidFill>
                  <a:srgbClr val="172528"/>
                </a:solidFill>
              </a:defRPr>
            </a:lvl1pPr>
            <a:lvl2pPr>
              <a:defRPr sz="1875" b="1">
                <a:solidFill>
                  <a:srgbClr val="172528"/>
                </a:solidFill>
              </a:defRPr>
            </a:lvl2pPr>
            <a:lvl3pPr>
              <a:defRPr sz="1875" b="1">
                <a:solidFill>
                  <a:srgbClr val="172528"/>
                </a:solidFill>
              </a:defRPr>
            </a:lvl3pPr>
            <a:lvl4pPr>
              <a:defRPr sz="1875" b="1">
                <a:solidFill>
                  <a:srgbClr val="172528"/>
                </a:solidFill>
              </a:defRPr>
            </a:lvl4pPr>
            <a:lvl5pPr>
              <a:defRPr sz="1875" b="1">
                <a:solidFill>
                  <a:srgbClr val="172528"/>
                </a:solidFill>
              </a:defRPr>
            </a:lvl5pPr>
            <a:lvl6pPr>
              <a:defRPr sz="1875" b="1">
                <a:solidFill>
                  <a:srgbClr val="172528"/>
                </a:solidFill>
              </a:defRPr>
            </a:lvl6pPr>
            <a:lvl7pPr>
              <a:defRPr sz="1875" b="1">
                <a:solidFill>
                  <a:srgbClr val="172528"/>
                </a:solidFill>
              </a:defRPr>
            </a:lvl7pPr>
            <a:lvl8pPr>
              <a:defRPr sz="1875" b="1">
                <a:solidFill>
                  <a:srgbClr val="172528"/>
                </a:solidFill>
              </a:defRPr>
            </a:lvl8pPr>
            <a:lvl9pPr>
              <a:defRPr sz="1875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528"/>
                </a:solidFill>
              </a:defRPr>
            </a:pPr>
            <a:r>
              <a:rPr sz="1875" b="1">
                <a:solidFill>
                  <a:srgbClr val="172528"/>
                </a:solidFill>
              </a:rPr>
              <a:t>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76548-8F90-4C17-88B3-027C0DBA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96B"/>
                </a:solidFill>
              </a:defRPr>
            </a:defPPr>
            <a:lvl1pPr>
              <a:defRPr sz="1500" b="0">
                <a:solidFill>
                  <a:srgbClr val="5B696B"/>
                </a:solidFill>
              </a:defRPr>
            </a:lvl1pPr>
            <a:lvl2pPr>
              <a:defRPr sz="1500" b="0">
                <a:solidFill>
                  <a:srgbClr val="5B696B"/>
                </a:solidFill>
              </a:defRPr>
            </a:lvl2pPr>
            <a:lvl3pPr>
              <a:defRPr sz="1500" b="0">
                <a:solidFill>
                  <a:srgbClr val="5B696B"/>
                </a:solidFill>
              </a:defRPr>
            </a:lvl3pPr>
            <a:lvl4pPr>
              <a:defRPr sz="1500" b="0">
                <a:solidFill>
                  <a:srgbClr val="5B696B"/>
                </a:solidFill>
              </a:defRPr>
            </a:lvl4pPr>
            <a:lvl5pPr>
              <a:defRPr sz="1500" b="0">
                <a:solidFill>
                  <a:srgbClr val="5B696B"/>
                </a:solidFill>
              </a:defRPr>
            </a:lvl5pPr>
            <a:lvl6pPr>
              <a:defRPr sz="1500" b="0">
                <a:solidFill>
                  <a:srgbClr val="5B696B"/>
                </a:solidFill>
              </a:defRPr>
            </a:lvl6pPr>
            <a:lvl7pPr>
              <a:defRPr sz="1500" b="0">
                <a:solidFill>
                  <a:srgbClr val="5B696B"/>
                </a:solidFill>
              </a:defRPr>
            </a:lvl7pPr>
            <a:lvl8pPr>
              <a:defRPr sz="1500" b="0">
                <a:solidFill>
                  <a:srgbClr val="5B696B"/>
                </a:solidFill>
              </a:defRPr>
            </a:lvl8pPr>
            <a:lvl9pPr>
              <a:defRPr sz="150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96B"/>
                </a:solidFill>
              </a:defRPr>
            </a:pPr>
            <a:r>
              <a:rPr sz="1500" b="0">
                <a:solidFill>
                  <a:srgbClr val="5B696B"/>
                </a:solidFill>
              </a:rPr>
              <a:t>Place a cash order and follow it in order history.</a:t>
            </a:r>
          </a:p>
        </p:txBody>
      </p:sp>
    </p:spTree>
    <p:extLst>
      <p:ext uri="{BB962C8B-B14F-4D97-AF65-F5344CB8AC3E}">
        <p14:creationId xmlns:p14="http://schemas.microsoft.com/office/powerpoint/2010/main" val="7312977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2F3B5-9DE5-4849-A075-0829BDE1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F6B35"/>
                </a:solidFill>
              </a:defRPr>
            </a:defPPr>
            <a:lvl1pPr>
              <a:defRPr sz="1200" b="1">
                <a:solidFill>
                  <a:srgbClr val="EF6B35"/>
                </a:solidFill>
              </a:defRPr>
            </a:lvl1pPr>
            <a:lvl2pPr>
              <a:defRPr sz="1200" b="1">
                <a:solidFill>
                  <a:srgbClr val="EF6B35"/>
                </a:solidFill>
              </a:defRPr>
            </a:lvl2pPr>
            <a:lvl3pPr>
              <a:defRPr sz="1200" b="1">
                <a:solidFill>
                  <a:srgbClr val="EF6B35"/>
                </a:solidFill>
              </a:defRPr>
            </a:lvl3pPr>
            <a:lvl4pPr>
              <a:defRPr sz="1200" b="1">
                <a:solidFill>
                  <a:srgbClr val="EF6B35"/>
                </a:solidFill>
              </a:defRPr>
            </a:lvl4pPr>
            <a:lvl5pPr>
              <a:defRPr sz="1200" b="1">
                <a:solidFill>
                  <a:srgbClr val="EF6B35"/>
                </a:solidFill>
              </a:defRPr>
            </a:lvl5pPr>
            <a:lvl6pPr>
              <a:defRPr sz="1200" b="1">
                <a:solidFill>
                  <a:srgbClr val="EF6B35"/>
                </a:solidFill>
              </a:defRPr>
            </a:lvl6pPr>
            <a:lvl7pPr>
              <a:defRPr sz="1200" b="1">
                <a:solidFill>
                  <a:srgbClr val="EF6B35"/>
                </a:solidFill>
              </a:defRPr>
            </a:lvl7pPr>
            <a:lvl8pPr>
              <a:defRPr sz="1200" b="1">
                <a:solidFill>
                  <a:srgbClr val="EF6B35"/>
                </a:solidFill>
              </a:defRPr>
            </a:lvl8pPr>
            <a:lvl9pPr>
              <a:defRPr sz="1200" b="1">
                <a:solidFill>
                  <a:srgbClr val="EF6B3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F6B35"/>
                </a:solidFill>
              </a:defRPr>
            </a:pPr>
            <a:r>
              <a:rPr sz="1200" b="1">
                <a:solidFill>
                  <a:srgbClr val="EF6B35"/>
                </a:solidFill>
              </a:rPr>
              <a:t>STREETBITE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F956A-43D3-470D-ABCE-B929A111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528"/>
                </a:solidFill>
              </a:defRPr>
            </a:defPPr>
            <a:lvl1pPr>
              <a:defRPr sz="3450" b="1">
                <a:solidFill>
                  <a:srgbClr val="172528"/>
                </a:solidFill>
              </a:defRPr>
            </a:lvl1pPr>
            <a:lvl2pPr>
              <a:defRPr sz="3450" b="1">
                <a:solidFill>
                  <a:srgbClr val="172528"/>
                </a:solidFill>
              </a:defRPr>
            </a:lvl2pPr>
            <a:lvl3pPr>
              <a:defRPr sz="3450" b="1">
                <a:solidFill>
                  <a:srgbClr val="172528"/>
                </a:solidFill>
              </a:defRPr>
            </a:lvl3pPr>
            <a:lvl4pPr>
              <a:defRPr sz="3450" b="1">
                <a:solidFill>
                  <a:srgbClr val="172528"/>
                </a:solidFill>
              </a:defRPr>
            </a:lvl4pPr>
            <a:lvl5pPr>
              <a:defRPr sz="3450" b="1">
                <a:solidFill>
                  <a:srgbClr val="172528"/>
                </a:solidFill>
              </a:defRPr>
            </a:lvl5pPr>
            <a:lvl6pPr>
              <a:defRPr sz="3450" b="1">
                <a:solidFill>
                  <a:srgbClr val="172528"/>
                </a:solidFill>
              </a:defRPr>
            </a:lvl6pPr>
            <a:lvl7pPr>
              <a:defRPr sz="3450" b="1">
                <a:solidFill>
                  <a:srgbClr val="172528"/>
                </a:solidFill>
              </a:defRPr>
            </a:lvl7pPr>
            <a:lvl8pPr>
              <a:defRPr sz="3450" b="1">
                <a:solidFill>
                  <a:srgbClr val="172528"/>
                </a:solidFill>
              </a:defRPr>
            </a:lvl8pPr>
            <a:lvl9pPr>
              <a:defRPr sz="3450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528"/>
                </a:solidFill>
              </a:defRPr>
            </a:pPr>
            <a:r>
              <a:rPr sz="3450" b="1">
                <a:solidFill>
                  <a:srgbClr val="172528"/>
                </a:solidFill>
              </a:rPr>
              <a:t>Built for daily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A4BE3-A9C6-4CDD-9C46-54DF81EB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007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696B"/>
                </a:solidFill>
              </a:defRPr>
            </a:defPPr>
            <a:lvl1pPr>
              <a:defRPr sz="1050" b="0">
                <a:solidFill>
                  <a:srgbClr val="5B696B"/>
                </a:solidFill>
              </a:defRPr>
            </a:lvl1pPr>
            <a:lvl2pPr>
              <a:defRPr sz="1050" b="0">
                <a:solidFill>
                  <a:srgbClr val="5B696B"/>
                </a:solidFill>
              </a:defRPr>
            </a:lvl2pPr>
            <a:lvl3pPr>
              <a:defRPr sz="1050" b="0">
                <a:solidFill>
                  <a:srgbClr val="5B696B"/>
                </a:solidFill>
              </a:defRPr>
            </a:lvl3pPr>
            <a:lvl4pPr>
              <a:defRPr sz="1050" b="0">
                <a:solidFill>
                  <a:srgbClr val="5B696B"/>
                </a:solidFill>
              </a:defRPr>
            </a:lvl4pPr>
            <a:lvl5pPr>
              <a:defRPr sz="1050" b="0">
                <a:solidFill>
                  <a:srgbClr val="5B696B"/>
                </a:solidFill>
              </a:defRPr>
            </a:lvl5pPr>
            <a:lvl6pPr>
              <a:defRPr sz="1050" b="0">
                <a:solidFill>
                  <a:srgbClr val="5B696B"/>
                </a:solidFill>
              </a:defRPr>
            </a:lvl6pPr>
            <a:lvl7pPr>
              <a:defRPr sz="1050" b="0">
                <a:solidFill>
                  <a:srgbClr val="5B696B"/>
                </a:solidFill>
              </a:defRPr>
            </a:lvl7pPr>
            <a:lvl8pPr>
              <a:defRPr sz="1050" b="0">
                <a:solidFill>
                  <a:srgbClr val="5B696B"/>
                </a:solidFill>
              </a:defRPr>
            </a:lvl8pPr>
            <a:lvl9pPr>
              <a:defRPr sz="105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696B"/>
                </a:solidFill>
              </a:defRPr>
            </a:pPr>
            <a:r>
              <a:rPr sz="1050" b="0">
                <a:solidFill>
                  <a:srgbClr val="5B696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43FBE-3552-471B-804E-B3F99EF6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528"/>
                </a:solidFill>
              </a:defRPr>
            </a:defPPr>
            <a:lvl1pPr>
              <a:defRPr sz="1875" b="1">
                <a:solidFill>
                  <a:srgbClr val="172528"/>
                </a:solidFill>
              </a:defRPr>
            </a:lvl1pPr>
            <a:lvl2pPr>
              <a:defRPr sz="1875" b="1">
                <a:solidFill>
                  <a:srgbClr val="172528"/>
                </a:solidFill>
              </a:defRPr>
            </a:lvl2pPr>
            <a:lvl3pPr>
              <a:defRPr sz="1875" b="1">
                <a:solidFill>
                  <a:srgbClr val="172528"/>
                </a:solidFill>
              </a:defRPr>
            </a:lvl3pPr>
            <a:lvl4pPr>
              <a:defRPr sz="1875" b="1">
                <a:solidFill>
                  <a:srgbClr val="172528"/>
                </a:solidFill>
              </a:defRPr>
            </a:lvl4pPr>
            <a:lvl5pPr>
              <a:defRPr sz="1875" b="1">
                <a:solidFill>
                  <a:srgbClr val="172528"/>
                </a:solidFill>
              </a:defRPr>
            </a:lvl5pPr>
            <a:lvl6pPr>
              <a:defRPr sz="1875" b="1">
                <a:solidFill>
                  <a:srgbClr val="172528"/>
                </a:solidFill>
              </a:defRPr>
            </a:lvl6pPr>
            <a:lvl7pPr>
              <a:defRPr sz="1875" b="1">
                <a:solidFill>
                  <a:srgbClr val="172528"/>
                </a:solidFill>
              </a:defRPr>
            </a:lvl7pPr>
            <a:lvl8pPr>
              <a:defRPr sz="1875" b="1">
                <a:solidFill>
                  <a:srgbClr val="172528"/>
                </a:solidFill>
              </a:defRPr>
            </a:lvl8pPr>
            <a:lvl9pPr>
              <a:defRPr sz="1875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528"/>
                </a:solidFill>
              </a:defRPr>
            </a:pPr>
            <a:r>
              <a:rPr sz="1875" b="1">
                <a:solidFill>
                  <a:srgbClr val="172528"/>
                </a:solidFill>
              </a:rPr>
              <a:t>Account and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93732-5786-4631-9636-140F320A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96B"/>
                </a:solidFill>
              </a:defRPr>
            </a:defPPr>
            <a:lvl1pPr>
              <a:defRPr sz="1500" b="0">
                <a:solidFill>
                  <a:srgbClr val="5B696B"/>
                </a:solidFill>
              </a:defRPr>
            </a:lvl1pPr>
            <a:lvl2pPr>
              <a:defRPr sz="1500" b="0">
                <a:solidFill>
                  <a:srgbClr val="5B696B"/>
                </a:solidFill>
              </a:defRPr>
            </a:lvl2pPr>
            <a:lvl3pPr>
              <a:defRPr sz="1500" b="0">
                <a:solidFill>
                  <a:srgbClr val="5B696B"/>
                </a:solidFill>
              </a:defRPr>
            </a:lvl3pPr>
            <a:lvl4pPr>
              <a:defRPr sz="1500" b="0">
                <a:solidFill>
                  <a:srgbClr val="5B696B"/>
                </a:solidFill>
              </a:defRPr>
            </a:lvl4pPr>
            <a:lvl5pPr>
              <a:defRPr sz="1500" b="0">
                <a:solidFill>
                  <a:srgbClr val="5B696B"/>
                </a:solidFill>
              </a:defRPr>
            </a:lvl5pPr>
            <a:lvl6pPr>
              <a:defRPr sz="1500" b="0">
                <a:solidFill>
                  <a:srgbClr val="5B696B"/>
                </a:solidFill>
              </a:defRPr>
            </a:lvl6pPr>
            <a:lvl7pPr>
              <a:defRPr sz="1500" b="0">
                <a:solidFill>
                  <a:srgbClr val="5B696B"/>
                </a:solidFill>
              </a:defRPr>
            </a:lvl7pPr>
            <a:lvl8pPr>
              <a:defRPr sz="1500" b="0">
                <a:solidFill>
                  <a:srgbClr val="5B696B"/>
                </a:solidFill>
              </a:defRPr>
            </a:lvl8pPr>
            <a:lvl9pPr>
              <a:defRPr sz="150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96B"/>
                </a:solidFill>
              </a:defRPr>
            </a:pPr>
            <a:r>
              <a:rPr sz="1500" b="0">
                <a:solidFill>
                  <a:srgbClr val="5B696B"/>
                </a:solidFill>
              </a:rPr>
              <a:t>Firebase sign in, profile photo upload, and biometric profile unlock.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33891-074A-47A7-BDF6-73151F08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528"/>
                </a:solidFill>
              </a:defRPr>
            </a:defPPr>
            <a:lvl1pPr>
              <a:defRPr sz="1875" b="1">
                <a:solidFill>
                  <a:srgbClr val="172528"/>
                </a:solidFill>
              </a:defRPr>
            </a:lvl1pPr>
            <a:lvl2pPr>
              <a:defRPr sz="1875" b="1">
                <a:solidFill>
                  <a:srgbClr val="172528"/>
                </a:solidFill>
              </a:defRPr>
            </a:lvl2pPr>
            <a:lvl3pPr>
              <a:defRPr sz="1875" b="1">
                <a:solidFill>
                  <a:srgbClr val="172528"/>
                </a:solidFill>
              </a:defRPr>
            </a:lvl3pPr>
            <a:lvl4pPr>
              <a:defRPr sz="1875" b="1">
                <a:solidFill>
                  <a:srgbClr val="172528"/>
                </a:solidFill>
              </a:defRPr>
            </a:lvl4pPr>
            <a:lvl5pPr>
              <a:defRPr sz="1875" b="1">
                <a:solidFill>
                  <a:srgbClr val="172528"/>
                </a:solidFill>
              </a:defRPr>
            </a:lvl5pPr>
            <a:lvl6pPr>
              <a:defRPr sz="1875" b="1">
                <a:solidFill>
                  <a:srgbClr val="172528"/>
                </a:solidFill>
              </a:defRPr>
            </a:lvl6pPr>
            <a:lvl7pPr>
              <a:defRPr sz="1875" b="1">
                <a:solidFill>
                  <a:srgbClr val="172528"/>
                </a:solidFill>
              </a:defRPr>
            </a:lvl7pPr>
            <a:lvl8pPr>
              <a:defRPr sz="1875" b="1">
                <a:solidFill>
                  <a:srgbClr val="172528"/>
                </a:solidFill>
              </a:defRPr>
            </a:lvl8pPr>
            <a:lvl9pPr>
              <a:defRPr sz="1875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528"/>
                </a:solidFill>
              </a:defRPr>
            </a:pPr>
            <a:r>
              <a:rPr sz="1875" b="1">
                <a:solidFill>
                  <a:srgbClr val="172528"/>
                </a:solidFill>
              </a:rPr>
              <a:t>Language and appearance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61F2D-8B0F-4C1C-88A9-B49F91E3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96B"/>
                </a:solidFill>
              </a:defRPr>
            </a:defPPr>
            <a:lvl1pPr>
              <a:defRPr sz="1500" b="0">
                <a:solidFill>
                  <a:srgbClr val="5B696B"/>
                </a:solidFill>
              </a:defRPr>
            </a:lvl1pPr>
            <a:lvl2pPr>
              <a:defRPr sz="1500" b="0">
                <a:solidFill>
                  <a:srgbClr val="5B696B"/>
                </a:solidFill>
              </a:defRPr>
            </a:lvl2pPr>
            <a:lvl3pPr>
              <a:defRPr sz="1500" b="0">
                <a:solidFill>
                  <a:srgbClr val="5B696B"/>
                </a:solidFill>
              </a:defRPr>
            </a:lvl3pPr>
            <a:lvl4pPr>
              <a:defRPr sz="1500" b="0">
                <a:solidFill>
                  <a:srgbClr val="5B696B"/>
                </a:solidFill>
              </a:defRPr>
            </a:lvl4pPr>
            <a:lvl5pPr>
              <a:defRPr sz="1500" b="0">
                <a:solidFill>
                  <a:srgbClr val="5B696B"/>
                </a:solidFill>
              </a:defRPr>
            </a:lvl5pPr>
            <a:lvl6pPr>
              <a:defRPr sz="1500" b="0">
                <a:solidFill>
                  <a:srgbClr val="5B696B"/>
                </a:solidFill>
              </a:defRPr>
            </a:lvl6pPr>
            <a:lvl7pPr>
              <a:defRPr sz="1500" b="0">
                <a:solidFill>
                  <a:srgbClr val="5B696B"/>
                </a:solidFill>
              </a:defRPr>
            </a:lvl7pPr>
            <a:lvl8pPr>
              <a:defRPr sz="1500" b="0">
                <a:solidFill>
                  <a:srgbClr val="5B696B"/>
                </a:solidFill>
              </a:defRPr>
            </a:lvl8pPr>
            <a:lvl9pPr>
              <a:defRPr sz="150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96B"/>
                </a:solidFill>
              </a:defRPr>
            </a:pPr>
            <a:r>
              <a:rPr sz="1500" b="0">
                <a:solidFill>
                  <a:srgbClr val="5B696B"/>
                </a:solidFill>
              </a:rPr>
              <a:t>English and Arabic resources with light and dark themes.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6B266-6B87-4E1B-AFBB-4A836A7E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244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528"/>
                </a:solidFill>
              </a:defRPr>
            </a:defPPr>
            <a:lvl1pPr>
              <a:defRPr sz="1875" b="1">
                <a:solidFill>
                  <a:srgbClr val="172528"/>
                </a:solidFill>
              </a:defRPr>
            </a:lvl1pPr>
            <a:lvl2pPr>
              <a:defRPr sz="1875" b="1">
                <a:solidFill>
                  <a:srgbClr val="172528"/>
                </a:solidFill>
              </a:defRPr>
            </a:lvl2pPr>
            <a:lvl3pPr>
              <a:defRPr sz="1875" b="1">
                <a:solidFill>
                  <a:srgbClr val="172528"/>
                </a:solidFill>
              </a:defRPr>
            </a:lvl3pPr>
            <a:lvl4pPr>
              <a:defRPr sz="1875" b="1">
                <a:solidFill>
                  <a:srgbClr val="172528"/>
                </a:solidFill>
              </a:defRPr>
            </a:lvl4pPr>
            <a:lvl5pPr>
              <a:defRPr sz="1875" b="1">
                <a:solidFill>
                  <a:srgbClr val="172528"/>
                </a:solidFill>
              </a:defRPr>
            </a:lvl5pPr>
            <a:lvl6pPr>
              <a:defRPr sz="1875" b="1">
                <a:solidFill>
                  <a:srgbClr val="172528"/>
                </a:solidFill>
              </a:defRPr>
            </a:lvl6pPr>
            <a:lvl7pPr>
              <a:defRPr sz="1875" b="1">
                <a:solidFill>
                  <a:srgbClr val="172528"/>
                </a:solidFill>
              </a:defRPr>
            </a:lvl7pPr>
            <a:lvl8pPr>
              <a:defRPr sz="1875" b="1">
                <a:solidFill>
                  <a:srgbClr val="172528"/>
                </a:solidFill>
              </a:defRPr>
            </a:lvl8pPr>
            <a:lvl9pPr>
              <a:defRPr sz="1875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528"/>
                </a:solidFill>
              </a:defRPr>
            </a:pPr>
            <a:r>
              <a:rPr sz="1875" b="1">
                <a:solidFill>
                  <a:srgbClr val="172528"/>
                </a:solidFill>
              </a:rPr>
              <a:t>Resilience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B5AFD-1327-4B3A-92E6-63147630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96B"/>
                </a:solidFill>
              </a:defRPr>
            </a:defPPr>
            <a:lvl1pPr>
              <a:defRPr sz="1500" b="0">
                <a:solidFill>
                  <a:srgbClr val="5B696B"/>
                </a:solidFill>
              </a:defRPr>
            </a:lvl1pPr>
            <a:lvl2pPr>
              <a:defRPr sz="1500" b="0">
                <a:solidFill>
                  <a:srgbClr val="5B696B"/>
                </a:solidFill>
              </a:defRPr>
            </a:lvl2pPr>
            <a:lvl3pPr>
              <a:defRPr sz="1500" b="0">
                <a:solidFill>
                  <a:srgbClr val="5B696B"/>
                </a:solidFill>
              </a:defRPr>
            </a:lvl3pPr>
            <a:lvl4pPr>
              <a:defRPr sz="1500" b="0">
                <a:solidFill>
                  <a:srgbClr val="5B696B"/>
                </a:solidFill>
              </a:defRPr>
            </a:lvl4pPr>
            <a:lvl5pPr>
              <a:defRPr sz="1500" b="0">
                <a:solidFill>
                  <a:srgbClr val="5B696B"/>
                </a:solidFill>
              </a:defRPr>
            </a:lvl5pPr>
            <a:lvl6pPr>
              <a:defRPr sz="1500" b="0">
                <a:solidFill>
                  <a:srgbClr val="5B696B"/>
                </a:solidFill>
              </a:defRPr>
            </a:lvl6pPr>
            <a:lvl7pPr>
              <a:defRPr sz="1500" b="0">
                <a:solidFill>
                  <a:srgbClr val="5B696B"/>
                </a:solidFill>
              </a:defRPr>
            </a:lvl7pPr>
            <a:lvl8pPr>
              <a:defRPr sz="1500" b="0">
                <a:solidFill>
                  <a:srgbClr val="5B696B"/>
                </a:solidFill>
              </a:defRPr>
            </a:lvl8pPr>
            <a:lvl9pPr>
              <a:defRPr sz="150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96B"/>
                </a:solidFill>
              </a:defRPr>
            </a:pPr>
            <a:r>
              <a:rPr sz="1500" b="0">
                <a:solidFill>
                  <a:srgbClr val="5B696B"/>
                </a:solidFill>
              </a:rPr>
              <a:t>Local meal cache supports browsing after a successful fetch.</a:t>
            </a:r>
          </a:p>
        </p:txBody>
      </p:sp>
    </p:spTree>
    <p:extLst>
      <p:ext uri="{BB962C8B-B14F-4D97-AF65-F5344CB8AC3E}">
        <p14:creationId xmlns:p14="http://schemas.microsoft.com/office/powerpoint/2010/main" val="20319295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838FF-3E76-4795-9E54-14106969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F6B35"/>
                </a:solidFill>
              </a:defRPr>
            </a:defPPr>
            <a:lvl1pPr>
              <a:defRPr sz="1200" b="1">
                <a:solidFill>
                  <a:srgbClr val="EF6B35"/>
                </a:solidFill>
              </a:defRPr>
            </a:lvl1pPr>
            <a:lvl2pPr>
              <a:defRPr sz="1200" b="1">
                <a:solidFill>
                  <a:srgbClr val="EF6B35"/>
                </a:solidFill>
              </a:defRPr>
            </a:lvl2pPr>
            <a:lvl3pPr>
              <a:defRPr sz="1200" b="1">
                <a:solidFill>
                  <a:srgbClr val="EF6B35"/>
                </a:solidFill>
              </a:defRPr>
            </a:lvl3pPr>
            <a:lvl4pPr>
              <a:defRPr sz="1200" b="1">
                <a:solidFill>
                  <a:srgbClr val="EF6B35"/>
                </a:solidFill>
              </a:defRPr>
            </a:lvl4pPr>
            <a:lvl5pPr>
              <a:defRPr sz="1200" b="1">
                <a:solidFill>
                  <a:srgbClr val="EF6B35"/>
                </a:solidFill>
              </a:defRPr>
            </a:lvl5pPr>
            <a:lvl6pPr>
              <a:defRPr sz="1200" b="1">
                <a:solidFill>
                  <a:srgbClr val="EF6B35"/>
                </a:solidFill>
              </a:defRPr>
            </a:lvl6pPr>
            <a:lvl7pPr>
              <a:defRPr sz="1200" b="1">
                <a:solidFill>
                  <a:srgbClr val="EF6B35"/>
                </a:solidFill>
              </a:defRPr>
            </a:lvl7pPr>
            <a:lvl8pPr>
              <a:defRPr sz="1200" b="1">
                <a:solidFill>
                  <a:srgbClr val="EF6B35"/>
                </a:solidFill>
              </a:defRPr>
            </a:lvl8pPr>
            <a:lvl9pPr>
              <a:defRPr sz="1200" b="1">
                <a:solidFill>
                  <a:srgbClr val="EF6B3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F6B35"/>
                </a:solidFill>
              </a:defRPr>
            </a:pPr>
            <a:r>
              <a:rPr sz="1200" b="1">
                <a:solidFill>
                  <a:srgbClr val="EF6B35"/>
                </a:solidFill>
              </a:rPr>
              <a:t>STREETBITE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306C3-F725-4A83-9FA3-1A2ED0B8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528"/>
                </a:solidFill>
              </a:defRPr>
            </a:defPPr>
            <a:lvl1pPr>
              <a:defRPr sz="3450" b="1">
                <a:solidFill>
                  <a:srgbClr val="172528"/>
                </a:solidFill>
              </a:defRPr>
            </a:lvl1pPr>
            <a:lvl2pPr>
              <a:defRPr sz="3450" b="1">
                <a:solidFill>
                  <a:srgbClr val="172528"/>
                </a:solidFill>
              </a:defRPr>
            </a:lvl2pPr>
            <a:lvl3pPr>
              <a:defRPr sz="3450" b="1">
                <a:solidFill>
                  <a:srgbClr val="172528"/>
                </a:solidFill>
              </a:defRPr>
            </a:lvl3pPr>
            <a:lvl4pPr>
              <a:defRPr sz="3450" b="1">
                <a:solidFill>
                  <a:srgbClr val="172528"/>
                </a:solidFill>
              </a:defRPr>
            </a:lvl4pPr>
            <a:lvl5pPr>
              <a:defRPr sz="3450" b="1">
                <a:solidFill>
                  <a:srgbClr val="172528"/>
                </a:solidFill>
              </a:defRPr>
            </a:lvl5pPr>
            <a:lvl6pPr>
              <a:defRPr sz="3450" b="1">
                <a:solidFill>
                  <a:srgbClr val="172528"/>
                </a:solidFill>
              </a:defRPr>
            </a:lvl6pPr>
            <a:lvl7pPr>
              <a:defRPr sz="3450" b="1">
                <a:solidFill>
                  <a:srgbClr val="172528"/>
                </a:solidFill>
              </a:defRPr>
            </a:lvl7pPr>
            <a:lvl8pPr>
              <a:defRPr sz="3450" b="1">
                <a:solidFill>
                  <a:srgbClr val="172528"/>
                </a:solidFill>
              </a:defRPr>
            </a:lvl8pPr>
            <a:lvl9pPr>
              <a:defRPr sz="3450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528"/>
                </a:solidFill>
              </a:defRPr>
            </a:pPr>
            <a:r>
              <a:rPr sz="3450" b="1">
                <a:solidFill>
                  <a:srgbClr val="172528"/>
                </a:solidFill>
              </a:rPr>
              <a:t>App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8A8FA-28B5-4E74-BF18-B985D78F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007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696B"/>
                </a:solidFill>
              </a:defRPr>
            </a:defPPr>
            <a:lvl1pPr>
              <a:defRPr sz="1050" b="0">
                <a:solidFill>
                  <a:srgbClr val="5B696B"/>
                </a:solidFill>
              </a:defRPr>
            </a:lvl1pPr>
            <a:lvl2pPr>
              <a:defRPr sz="1050" b="0">
                <a:solidFill>
                  <a:srgbClr val="5B696B"/>
                </a:solidFill>
              </a:defRPr>
            </a:lvl2pPr>
            <a:lvl3pPr>
              <a:defRPr sz="1050" b="0">
                <a:solidFill>
                  <a:srgbClr val="5B696B"/>
                </a:solidFill>
              </a:defRPr>
            </a:lvl3pPr>
            <a:lvl4pPr>
              <a:defRPr sz="1050" b="0">
                <a:solidFill>
                  <a:srgbClr val="5B696B"/>
                </a:solidFill>
              </a:defRPr>
            </a:lvl4pPr>
            <a:lvl5pPr>
              <a:defRPr sz="1050" b="0">
                <a:solidFill>
                  <a:srgbClr val="5B696B"/>
                </a:solidFill>
              </a:defRPr>
            </a:lvl5pPr>
            <a:lvl6pPr>
              <a:defRPr sz="1050" b="0">
                <a:solidFill>
                  <a:srgbClr val="5B696B"/>
                </a:solidFill>
              </a:defRPr>
            </a:lvl6pPr>
            <a:lvl7pPr>
              <a:defRPr sz="1050" b="0">
                <a:solidFill>
                  <a:srgbClr val="5B696B"/>
                </a:solidFill>
              </a:defRPr>
            </a:lvl7pPr>
            <a:lvl8pPr>
              <a:defRPr sz="1050" b="0">
                <a:solidFill>
                  <a:srgbClr val="5B696B"/>
                </a:solidFill>
              </a:defRPr>
            </a:lvl8pPr>
            <a:lvl9pPr>
              <a:defRPr sz="105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696B"/>
                </a:solidFill>
              </a:defRPr>
            </a:pPr>
            <a:r>
              <a:rPr sz="1050" b="0">
                <a:solidFill>
                  <a:srgbClr val="5B696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38CB5-E80D-42EB-94CA-1208A0A4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528"/>
                </a:solidFill>
              </a:defRPr>
            </a:defPPr>
            <a:lvl1pPr>
              <a:defRPr sz="1875" b="1">
                <a:solidFill>
                  <a:srgbClr val="172528"/>
                </a:solidFill>
              </a:defRPr>
            </a:lvl1pPr>
            <a:lvl2pPr>
              <a:defRPr sz="1875" b="1">
                <a:solidFill>
                  <a:srgbClr val="172528"/>
                </a:solidFill>
              </a:defRPr>
            </a:lvl2pPr>
            <a:lvl3pPr>
              <a:defRPr sz="1875" b="1">
                <a:solidFill>
                  <a:srgbClr val="172528"/>
                </a:solidFill>
              </a:defRPr>
            </a:lvl3pPr>
            <a:lvl4pPr>
              <a:defRPr sz="1875" b="1">
                <a:solidFill>
                  <a:srgbClr val="172528"/>
                </a:solidFill>
              </a:defRPr>
            </a:lvl4pPr>
            <a:lvl5pPr>
              <a:defRPr sz="1875" b="1">
                <a:solidFill>
                  <a:srgbClr val="172528"/>
                </a:solidFill>
              </a:defRPr>
            </a:lvl5pPr>
            <a:lvl6pPr>
              <a:defRPr sz="1875" b="1">
                <a:solidFill>
                  <a:srgbClr val="172528"/>
                </a:solidFill>
              </a:defRPr>
            </a:lvl6pPr>
            <a:lvl7pPr>
              <a:defRPr sz="1875" b="1">
                <a:solidFill>
                  <a:srgbClr val="172528"/>
                </a:solidFill>
              </a:defRPr>
            </a:lvl7pPr>
            <a:lvl8pPr>
              <a:defRPr sz="1875" b="1">
                <a:solidFill>
                  <a:srgbClr val="172528"/>
                </a:solidFill>
              </a:defRPr>
            </a:lvl8pPr>
            <a:lvl9pPr>
              <a:defRPr sz="1875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528"/>
                </a:solidFill>
              </a:defRPr>
            </a:pPr>
            <a:r>
              <a:rPr sz="1875" b="1">
                <a:solidFill>
                  <a:srgbClr val="172528"/>
                </a:solidFill>
              </a:rPr>
              <a:t>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1041F-592B-4B15-8085-6A30B53A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96B"/>
                </a:solidFill>
              </a:defRPr>
            </a:defPPr>
            <a:lvl1pPr>
              <a:defRPr sz="1500" b="0">
                <a:solidFill>
                  <a:srgbClr val="5B696B"/>
                </a:solidFill>
              </a:defRPr>
            </a:lvl1pPr>
            <a:lvl2pPr>
              <a:defRPr sz="1500" b="0">
                <a:solidFill>
                  <a:srgbClr val="5B696B"/>
                </a:solidFill>
              </a:defRPr>
            </a:lvl2pPr>
            <a:lvl3pPr>
              <a:defRPr sz="1500" b="0">
                <a:solidFill>
                  <a:srgbClr val="5B696B"/>
                </a:solidFill>
              </a:defRPr>
            </a:lvl3pPr>
            <a:lvl4pPr>
              <a:defRPr sz="1500" b="0">
                <a:solidFill>
                  <a:srgbClr val="5B696B"/>
                </a:solidFill>
              </a:defRPr>
            </a:lvl4pPr>
            <a:lvl5pPr>
              <a:defRPr sz="1500" b="0">
                <a:solidFill>
                  <a:srgbClr val="5B696B"/>
                </a:solidFill>
              </a:defRPr>
            </a:lvl5pPr>
            <a:lvl6pPr>
              <a:defRPr sz="1500" b="0">
                <a:solidFill>
                  <a:srgbClr val="5B696B"/>
                </a:solidFill>
              </a:defRPr>
            </a:lvl6pPr>
            <a:lvl7pPr>
              <a:defRPr sz="1500" b="0">
                <a:solidFill>
                  <a:srgbClr val="5B696B"/>
                </a:solidFill>
              </a:defRPr>
            </a:lvl7pPr>
            <a:lvl8pPr>
              <a:defRPr sz="1500" b="0">
                <a:solidFill>
                  <a:srgbClr val="5B696B"/>
                </a:solidFill>
              </a:defRPr>
            </a:lvl8pPr>
            <a:lvl9pPr>
              <a:defRPr sz="150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96B"/>
                </a:solidFill>
              </a:defRPr>
            </a:pPr>
            <a:r>
              <a:rPr sz="1500" b="0">
                <a:solidFill>
                  <a:srgbClr val="5B696B"/>
                </a:solidFill>
              </a:rPr>
              <a:t>Screens and reusable widgets use Bloc and Cubit for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7DFBF-C807-44DA-86F1-ABA4E935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528"/>
                </a:solidFill>
              </a:defRPr>
            </a:defPPr>
            <a:lvl1pPr>
              <a:defRPr sz="1875" b="1">
                <a:solidFill>
                  <a:srgbClr val="172528"/>
                </a:solidFill>
              </a:defRPr>
            </a:lvl1pPr>
            <a:lvl2pPr>
              <a:defRPr sz="1875" b="1">
                <a:solidFill>
                  <a:srgbClr val="172528"/>
                </a:solidFill>
              </a:defRPr>
            </a:lvl2pPr>
            <a:lvl3pPr>
              <a:defRPr sz="1875" b="1">
                <a:solidFill>
                  <a:srgbClr val="172528"/>
                </a:solidFill>
              </a:defRPr>
            </a:lvl3pPr>
            <a:lvl4pPr>
              <a:defRPr sz="1875" b="1">
                <a:solidFill>
                  <a:srgbClr val="172528"/>
                </a:solidFill>
              </a:defRPr>
            </a:lvl4pPr>
            <a:lvl5pPr>
              <a:defRPr sz="1875" b="1">
                <a:solidFill>
                  <a:srgbClr val="172528"/>
                </a:solidFill>
              </a:defRPr>
            </a:lvl5pPr>
            <a:lvl6pPr>
              <a:defRPr sz="1875" b="1">
                <a:solidFill>
                  <a:srgbClr val="172528"/>
                </a:solidFill>
              </a:defRPr>
            </a:lvl6pPr>
            <a:lvl7pPr>
              <a:defRPr sz="1875" b="1">
                <a:solidFill>
                  <a:srgbClr val="172528"/>
                </a:solidFill>
              </a:defRPr>
            </a:lvl7pPr>
            <a:lvl8pPr>
              <a:defRPr sz="1875" b="1">
                <a:solidFill>
                  <a:srgbClr val="172528"/>
                </a:solidFill>
              </a:defRPr>
            </a:lvl8pPr>
            <a:lvl9pPr>
              <a:defRPr sz="1875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528"/>
                </a:solidFill>
              </a:defRPr>
            </a:pPr>
            <a:r>
              <a:rPr sz="1875" b="1">
                <a:solidFill>
                  <a:srgbClr val="172528"/>
                </a:solidFill>
              </a:rPr>
              <a:t>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7F7CC-D61C-49FA-A6D0-3546C8EF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96B"/>
                </a:solidFill>
              </a:defRPr>
            </a:defPPr>
            <a:lvl1pPr>
              <a:defRPr sz="1500" b="0">
                <a:solidFill>
                  <a:srgbClr val="5B696B"/>
                </a:solidFill>
              </a:defRPr>
            </a:lvl1pPr>
            <a:lvl2pPr>
              <a:defRPr sz="1500" b="0">
                <a:solidFill>
                  <a:srgbClr val="5B696B"/>
                </a:solidFill>
              </a:defRPr>
            </a:lvl2pPr>
            <a:lvl3pPr>
              <a:defRPr sz="1500" b="0">
                <a:solidFill>
                  <a:srgbClr val="5B696B"/>
                </a:solidFill>
              </a:defRPr>
            </a:lvl3pPr>
            <a:lvl4pPr>
              <a:defRPr sz="1500" b="0">
                <a:solidFill>
                  <a:srgbClr val="5B696B"/>
                </a:solidFill>
              </a:defRPr>
            </a:lvl4pPr>
            <a:lvl5pPr>
              <a:defRPr sz="1500" b="0">
                <a:solidFill>
                  <a:srgbClr val="5B696B"/>
                </a:solidFill>
              </a:defRPr>
            </a:lvl5pPr>
            <a:lvl6pPr>
              <a:defRPr sz="1500" b="0">
                <a:solidFill>
                  <a:srgbClr val="5B696B"/>
                </a:solidFill>
              </a:defRPr>
            </a:lvl6pPr>
            <a:lvl7pPr>
              <a:defRPr sz="1500" b="0">
                <a:solidFill>
                  <a:srgbClr val="5B696B"/>
                </a:solidFill>
              </a:defRPr>
            </a:lvl7pPr>
            <a:lvl8pPr>
              <a:defRPr sz="1500" b="0">
                <a:solidFill>
                  <a:srgbClr val="5B696B"/>
                </a:solidFill>
              </a:defRPr>
            </a:lvl8pPr>
            <a:lvl9pPr>
              <a:defRPr sz="150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96B"/>
                </a:solidFill>
              </a:defRPr>
            </a:pPr>
            <a:r>
              <a:rPr sz="1500" b="0">
                <a:solidFill>
                  <a:srgbClr val="5B696B"/>
                </a:solidFill>
              </a:rPr>
              <a:t>Entities, repository contracts, and use cases hold application rules.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95422-5E3F-4B93-B5DD-9310A63A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528"/>
                </a:solidFill>
              </a:defRPr>
            </a:defPPr>
            <a:lvl1pPr>
              <a:defRPr sz="1875" b="1">
                <a:solidFill>
                  <a:srgbClr val="172528"/>
                </a:solidFill>
              </a:defRPr>
            </a:lvl1pPr>
            <a:lvl2pPr>
              <a:defRPr sz="1875" b="1">
                <a:solidFill>
                  <a:srgbClr val="172528"/>
                </a:solidFill>
              </a:defRPr>
            </a:lvl2pPr>
            <a:lvl3pPr>
              <a:defRPr sz="1875" b="1">
                <a:solidFill>
                  <a:srgbClr val="172528"/>
                </a:solidFill>
              </a:defRPr>
            </a:lvl3pPr>
            <a:lvl4pPr>
              <a:defRPr sz="1875" b="1">
                <a:solidFill>
                  <a:srgbClr val="172528"/>
                </a:solidFill>
              </a:defRPr>
            </a:lvl4pPr>
            <a:lvl5pPr>
              <a:defRPr sz="1875" b="1">
                <a:solidFill>
                  <a:srgbClr val="172528"/>
                </a:solidFill>
              </a:defRPr>
            </a:lvl5pPr>
            <a:lvl6pPr>
              <a:defRPr sz="1875" b="1">
                <a:solidFill>
                  <a:srgbClr val="172528"/>
                </a:solidFill>
              </a:defRPr>
            </a:lvl6pPr>
            <a:lvl7pPr>
              <a:defRPr sz="1875" b="1">
                <a:solidFill>
                  <a:srgbClr val="172528"/>
                </a:solidFill>
              </a:defRPr>
            </a:lvl7pPr>
            <a:lvl8pPr>
              <a:defRPr sz="1875" b="1">
                <a:solidFill>
                  <a:srgbClr val="172528"/>
                </a:solidFill>
              </a:defRPr>
            </a:lvl8pPr>
            <a:lvl9pPr>
              <a:defRPr sz="1875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528"/>
                </a:solidFill>
              </a:defRPr>
            </a:pPr>
            <a:r>
              <a:rPr sz="1875" b="1">
                <a:solidFill>
                  <a:srgbClr val="172528"/>
                </a:solidFill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9A038-4895-46C5-8BB4-55976D45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96B"/>
                </a:solidFill>
              </a:defRPr>
            </a:defPPr>
            <a:lvl1pPr>
              <a:defRPr sz="1500" b="0">
                <a:solidFill>
                  <a:srgbClr val="5B696B"/>
                </a:solidFill>
              </a:defRPr>
            </a:lvl1pPr>
            <a:lvl2pPr>
              <a:defRPr sz="1500" b="0">
                <a:solidFill>
                  <a:srgbClr val="5B696B"/>
                </a:solidFill>
              </a:defRPr>
            </a:lvl2pPr>
            <a:lvl3pPr>
              <a:defRPr sz="1500" b="0">
                <a:solidFill>
                  <a:srgbClr val="5B696B"/>
                </a:solidFill>
              </a:defRPr>
            </a:lvl3pPr>
            <a:lvl4pPr>
              <a:defRPr sz="1500" b="0">
                <a:solidFill>
                  <a:srgbClr val="5B696B"/>
                </a:solidFill>
              </a:defRPr>
            </a:lvl4pPr>
            <a:lvl5pPr>
              <a:defRPr sz="1500" b="0">
                <a:solidFill>
                  <a:srgbClr val="5B696B"/>
                </a:solidFill>
              </a:defRPr>
            </a:lvl5pPr>
            <a:lvl6pPr>
              <a:defRPr sz="1500" b="0">
                <a:solidFill>
                  <a:srgbClr val="5B696B"/>
                </a:solidFill>
              </a:defRPr>
            </a:lvl6pPr>
            <a:lvl7pPr>
              <a:defRPr sz="1500" b="0">
                <a:solidFill>
                  <a:srgbClr val="5B696B"/>
                </a:solidFill>
              </a:defRPr>
            </a:lvl7pPr>
            <a:lvl8pPr>
              <a:defRPr sz="1500" b="0">
                <a:solidFill>
                  <a:srgbClr val="5B696B"/>
                </a:solidFill>
              </a:defRPr>
            </a:lvl8pPr>
            <a:lvl9pPr>
              <a:defRPr sz="150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96B"/>
                </a:solidFill>
              </a:defRPr>
            </a:pPr>
            <a:r>
              <a:rPr sz="1500" b="0">
                <a:solidFill>
                  <a:srgbClr val="5B696B"/>
                </a:solidFill>
              </a:rPr>
              <a:t>Dio, SharedPreferences, Firebase, maps, and device services implement contracts.</a:t>
            </a:r>
          </a:p>
        </p:txBody>
      </p:sp>
    </p:spTree>
    <p:extLst>
      <p:ext uri="{BB962C8B-B14F-4D97-AF65-F5344CB8AC3E}">
        <p14:creationId xmlns:p14="http://schemas.microsoft.com/office/powerpoint/2010/main" val="2006086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40255-F5CB-43CE-B525-85356133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F6B35"/>
                </a:solidFill>
              </a:defRPr>
            </a:defPPr>
            <a:lvl1pPr>
              <a:defRPr sz="1200" b="1">
                <a:solidFill>
                  <a:srgbClr val="EF6B35"/>
                </a:solidFill>
              </a:defRPr>
            </a:lvl1pPr>
            <a:lvl2pPr>
              <a:defRPr sz="1200" b="1">
                <a:solidFill>
                  <a:srgbClr val="EF6B35"/>
                </a:solidFill>
              </a:defRPr>
            </a:lvl2pPr>
            <a:lvl3pPr>
              <a:defRPr sz="1200" b="1">
                <a:solidFill>
                  <a:srgbClr val="EF6B35"/>
                </a:solidFill>
              </a:defRPr>
            </a:lvl3pPr>
            <a:lvl4pPr>
              <a:defRPr sz="1200" b="1">
                <a:solidFill>
                  <a:srgbClr val="EF6B35"/>
                </a:solidFill>
              </a:defRPr>
            </a:lvl4pPr>
            <a:lvl5pPr>
              <a:defRPr sz="1200" b="1">
                <a:solidFill>
                  <a:srgbClr val="EF6B35"/>
                </a:solidFill>
              </a:defRPr>
            </a:lvl5pPr>
            <a:lvl6pPr>
              <a:defRPr sz="1200" b="1">
                <a:solidFill>
                  <a:srgbClr val="EF6B35"/>
                </a:solidFill>
              </a:defRPr>
            </a:lvl6pPr>
            <a:lvl7pPr>
              <a:defRPr sz="1200" b="1">
                <a:solidFill>
                  <a:srgbClr val="EF6B35"/>
                </a:solidFill>
              </a:defRPr>
            </a:lvl7pPr>
            <a:lvl8pPr>
              <a:defRPr sz="1200" b="1">
                <a:solidFill>
                  <a:srgbClr val="EF6B35"/>
                </a:solidFill>
              </a:defRPr>
            </a:lvl8pPr>
            <a:lvl9pPr>
              <a:defRPr sz="1200" b="1">
                <a:solidFill>
                  <a:srgbClr val="EF6B3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F6B35"/>
                </a:solidFill>
              </a:defRPr>
            </a:pPr>
            <a:r>
              <a:rPr sz="1200" b="1">
                <a:solidFill>
                  <a:srgbClr val="EF6B35"/>
                </a:solidFill>
              </a:rPr>
              <a:t>STREETBITE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503FF-539F-418F-B6AB-C2B1BEAE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528"/>
                </a:solidFill>
              </a:defRPr>
            </a:defPPr>
            <a:lvl1pPr>
              <a:defRPr sz="3450" b="1">
                <a:solidFill>
                  <a:srgbClr val="172528"/>
                </a:solidFill>
              </a:defRPr>
            </a:lvl1pPr>
            <a:lvl2pPr>
              <a:defRPr sz="3450" b="1">
                <a:solidFill>
                  <a:srgbClr val="172528"/>
                </a:solidFill>
              </a:defRPr>
            </a:lvl2pPr>
            <a:lvl3pPr>
              <a:defRPr sz="3450" b="1">
                <a:solidFill>
                  <a:srgbClr val="172528"/>
                </a:solidFill>
              </a:defRPr>
            </a:lvl3pPr>
            <a:lvl4pPr>
              <a:defRPr sz="3450" b="1">
                <a:solidFill>
                  <a:srgbClr val="172528"/>
                </a:solidFill>
              </a:defRPr>
            </a:lvl4pPr>
            <a:lvl5pPr>
              <a:defRPr sz="3450" b="1">
                <a:solidFill>
                  <a:srgbClr val="172528"/>
                </a:solidFill>
              </a:defRPr>
            </a:lvl5pPr>
            <a:lvl6pPr>
              <a:defRPr sz="3450" b="1">
                <a:solidFill>
                  <a:srgbClr val="172528"/>
                </a:solidFill>
              </a:defRPr>
            </a:lvl6pPr>
            <a:lvl7pPr>
              <a:defRPr sz="3450" b="1">
                <a:solidFill>
                  <a:srgbClr val="172528"/>
                </a:solidFill>
              </a:defRPr>
            </a:lvl7pPr>
            <a:lvl8pPr>
              <a:defRPr sz="3450" b="1">
                <a:solidFill>
                  <a:srgbClr val="172528"/>
                </a:solidFill>
              </a:defRPr>
            </a:lvl8pPr>
            <a:lvl9pPr>
              <a:defRPr sz="3450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528"/>
                </a:solidFill>
              </a:defRPr>
            </a:pPr>
            <a:r>
              <a:rPr sz="3450" b="1">
                <a:solidFill>
                  <a:srgbClr val="172528"/>
                </a:solidFill>
              </a:rPr>
              <a:t>Verification and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6D851-E2B2-4DE5-A142-5FF0893F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007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696B"/>
                </a:solidFill>
              </a:defRPr>
            </a:defPPr>
            <a:lvl1pPr>
              <a:defRPr sz="1050" b="0">
                <a:solidFill>
                  <a:srgbClr val="5B696B"/>
                </a:solidFill>
              </a:defRPr>
            </a:lvl1pPr>
            <a:lvl2pPr>
              <a:defRPr sz="1050" b="0">
                <a:solidFill>
                  <a:srgbClr val="5B696B"/>
                </a:solidFill>
              </a:defRPr>
            </a:lvl2pPr>
            <a:lvl3pPr>
              <a:defRPr sz="1050" b="0">
                <a:solidFill>
                  <a:srgbClr val="5B696B"/>
                </a:solidFill>
              </a:defRPr>
            </a:lvl3pPr>
            <a:lvl4pPr>
              <a:defRPr sz="1050" b="0">
                <a:solidFill>
                  <a:srgbClr val="5B696B"/>
                </a:solidFill>
              </a:defRPr>
            </a:lvl4pPr>
            <a:lvl5pPr>
              <a:defRPr sz="1050" b="0">
                <a:solidFill>
                  <a:srgbClr val="5B696B"/>
                </a:solidFill>
              </a:defRPr>
            </a:lvl5pPr>
            <a:lvl6pPr>
              <a:defRPr sz="1050" b="0">
                <a:solidFill>
                  <a:srgbClr val="5B696B"/>
                </a:solidFill>
              </a:defRPr>
            </a:lvl6pPr>
            <a:lvl7pPr>
              <a:defRPr sz="1050" b="0">
                <a:solidFill>
                  <a:srgbClr val="5B696B"/>
                </a:solidFill>
              </a:defRPr>
            </a:lvl7pPr>
            <a:lvl8pPr>
              <a:defRPr sz="1050" b="0">
                <a:solidFill>
                  <a:srgbClr val="5B696B"/>
                </a:solidFill>
              </a:defRPr>
            </a:lvl8pPr>
            <a:lvl9pPr>
              <a:defRPr sz="105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696B"/>
                </a:solidFill>
              </a:defRPr>
            </a:pPr>
            <a:r>
              <a:rPr sz="1050" b="0">
                <a:solidFill>
                  <a:srgbClr val="5B696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12409-7095-4451-A72A-F68AF571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145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528"/>
                </a:solidFill>
              </a:defRPr>
            </a:defPPr>
            <a:lvl1pPr>
              <a:defRPr sz="1875" b="1">
                <a:solidFill>
                  <a:srgbClr val="172528"/>
                </a:solidFill>
              </a:defRPr>
            </a:lvl1pPr>
            <a:lvl2pPr>
              <a:defRPr sz="1875" b="1">
                <a:solidFill>
                  <a:srgbClr val="172528"/>
                </a:solidFill>
              </a:defRPr>
            </a:lvl2pPr>
            <a:lvl3pPr>
              <a:defRPr sz="1875" b="1">
                <a:solidFill>
                  <a:srgbClr val="172528"/>
                </a:solidFill>
              </a:defRPr>
            </a:lvl3pPr>
            <a:lvl4pPr>
              <a:defRPr sz="1875" b="1">
                <a:solidFill>
                  <a:srgbClr val="172528"/>
                </a:solidFill>
              </a:defRPr>
            </a:lvl4pPr>
            <a:lvl5pPr>
              <a:defRPr sz="1875" b="1">
                <a:solidFill>
                  <a:srgbClr val="172528"/>
                </a:solidFill>
              </a:defRPr>
            </a:lvl5pPr>
            <a:lvl6pPr>
              <a:defRPr sz="1875" b="1">
                <a:solidFill>
                  <a:srgbClr val="172528"/>
                </a:solidFill>
              </a:defRPr>
            </a:lvl6pPr>
            <a:lvl7pPr>
              <a:defRPr sz="1875" b="1">
                <a:solidFill>
                  <a:srgbClr val="172528"/>
                </a:solidFill>
              </a:defRPr>
            </a:lvl7pPr>
            <a:lvl8pPr>
              <a:defRPr sz="1875" b="1">
                <a:solidFill>
                  <a:srgbClr val="172528"/>
                </a:solidFill>
              </a:defRPr>
            </a:lvl8pPr>
            <a:lvl9pPr>
              <a:defRPr sz="1875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528"/>
                </a:solidFill>
              </a:defRPr>
            </a:pPr>
            <a:r>
              <a:rPr sz="1875" b="1">
                <a:solidFill>
                  <a:srgbClr val="172528"/>
                </a:solidFill>
              </a:rPr>
              <a:t>Checks completed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C080B-613E-4F5D-98C8-082B77F6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717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96B"/>
                </a:solidFill>
              </a:defRPr>
            </a:defPPr>
            <a:lvl1pPr>
              <a:defRPr sz="1500" b="0">
                <a:solidFill>
                  <a:srgbClr val="5B696B"/>
                </a:solidFill>
              </a:defRPr>
            </a:lvl1pPr>
            <a:lvl2pPr>
              <a:defRPr sz="1500" b="0">
                <a:solidFill>
                  <a:srgbClr val="5B696B"/>
                </a:solidFill>
              </a:defRPr>
            </a:lvl2pPr>
            <a:lvl3pPr>
              <a:defRPr sz="1500" b="0">
                <a:solidFill>
                  <a:srgbClr val="5B696B"/>
                </a:solidFill>
              </a:defRPr>
            </a:lvl3pPr>
            <a:lvl4pPr>
              <a:defRPr sz="1500" b="0">
                <a:solidFill>
                  <a:srgbClr val="5B696B"/>
                </a:solidFill>
              </a:defRPr>
            </a:lvl4pPr>
            <a:lvl5pPr>
              <a:defRPr sz="1500" b="0">
                <a:solidFill>
                  <a:srgbClr val="5B696B"/>
                </a:solidFill>
              </a:defRPr>
            </a:lvl5pPr>
            <a:lvl6pPr>
              <a:defRPr sz="1500" b="0">
                <a:solidFill>
                  <a:srgbClr val="5B696B"/>
                </a:solidFill>
              </a:defRPr>
            </a:lvl6pPr>
            <a:lvl7pPr>
              <a:defRPr sz="1500" b="0">
                <a:solidFill>
                  <a:srgbClr val="5B696B"/>
                </a:solidFill>
              </a:defRPr>
            </a:lvl7pPr>
            <a:lvl8pPr>
              <a:defRPr sz="1500" b="0">
                <a:solidFill>
                  <a:srgbClr val="5B696B"/>
                </a:solidFill>
              </a:defRPr>
            </a:lvl8pPr>
            <a:lvl9pPr>
              <a:defRPr sz="150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96B"/>
                </a:solidFill>
              </a:defRPr>
            </a:pPr>
            <a:r>
              <a:rPr sz="1500" b="0">
                <a:solidFill>
                  <a:srgbClr val="5B696B"/>
                </a:solidFill>
              </a:rPr>
              <a:t>Dart formatting, static analysis, Flutter tests, and an Android release build.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D5218-5C0D-4352-8BCD-B0DE170E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528"/>
                </a:solidFill>
              </a:defRPr>
            </a:defPPr>
            <a:lvl1pPr>
              <a:defRPr sz="1875" b="1">
                <a:solidFill>
                  <a:srgbClr val="172528"/>
                </a:solidFill>
              </a:defRPr>
            </a:lvl1pPr>
            <a:lvl2pPr>
              <a:defRPr sz="1875" b="1">
                <a:solidFill>
                  <a:srgbClr val="172528"/>
                </a:solidFill>
              </a:defRPr>
            </a:lvl2pPr>
            <a:lvl3pPr>
              <a:defRPr sz="1875" b="1">
                <a:solidFill>
                  <a:srgbClr val="172528"/>
                </a:solidFill>
              </a:defRPr>
            </a:lvl3pPr>
            <a:lvl4pPr>
              <a:defRPr sz="1875" b="1">
                <a:solidFill>
                  <a:srgbClr val="172528"/>
                </a:solidFill>
              </a:defRPr>
            </a:lvl4pPr>
            <a:lvl5pPr>
              <a:defRPr sz="1875" b="1">
                <a:solidFill>
                  <a:srgbClr val="172528"/>
                </a:solidFill>
              </a:defRPr>
            </a:lvl5pPr>
            <a:lvl6pPr>
              <a:defRPr sz="1875" b="1">
                <a:solidFill>
                  <a:srgbClr val="172528"/>
                </a:solidFill>
              </a:defRPr>
            </a:lvl6pPr>
            <a:lvl7pPr>
              <a:defRPr sz="1875" b="1">
                <a:solidFill>
                  <a:srgbClr val="172528"/>
                </a:solidFill>
              </a:defRPr>
            </a:lvl7pPr>
            <a:lvl8pPr>
              <a:defRPr sz="1875" b="1">
                <a:solidFill>
                  <a:srgbClr val="172528"/>
                </a:solidFill>
              </a:defRPr>
            </a:lvl8pPr>
            <a:lvl9pPr>
              <a:defRPr sz="1875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528"/>
                </a:solidFill>
              </a:defRPr>
            </a:pPr>
            <a:r>
              <a:rPr sz="1875" b="1">
                <a:solidFill>
                  <a:srgbClr val="172528"/>
                </a:solidFill>
              </a:rPr>
              <a:t>Beta distribution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95422-BB1C-46BD-978D-10567E36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96B"/>
                </a:solidFill>
              </a:defRPr>
            </a:defPPr>
            <a:lvl1pPr>
              <a:defRPr sz="1500" b="0">
                <a:solidFill>
                  <a:srgbClr val="5B696B"/>
                </a:solidFill>
              </a:defRPr>
            </a:lvl1pPr>
            <a:lvl2pPr>
              <a:defRPr sz="1500" b="0">
                <a:solidFill>
                  <a:srgbClr val="5B696B"/>
                </a:solidFill>
              </a:defRPr>
            </a:lvl2pPr>
            <a:lvl3pPr>
              <a:defRPr sz="1500" b="0">
                <a:solidFill>
                  <a:srgbClr val="5B696B"/>
                </a:solidFill>
              </a:defRPr>
            </a:lvl3pPr>
            <a:lvl4pPr>
              <a:defRPr sz="1500" b="0">
                <a:solidFill>
                  <a:srgbClr val="5B696B"/>
                </a:solidFill>
              </a:defRPr>
            </a:lvl4pPr>
            <a:lvl5pPr>
              <a:defRPr sz="1500" b="0">
                <a:solidFill>
                  <a:srgbClr val="5B696B"/>
                </a:solidFill>
              </a:defRPr>
            </a:lvl5pPr>
            <a:lvl6pPr>
              <a:defRPr sz="1500" b="0">
                <a:solidFill>
                  <a:srgbClr val="5B696B"/>
                </a:solidFill>
              </a:defRPr>
            </a:lvl6pPr>
            <a:lvl7pPr>
              <a:defRPr sz="1500" b="0">
                <a:solidFill>
                  <a:srgbClr val="5B696B"/>
                </a:solidFill>
              </a:defRPr>
            </a:lvl7pPr>
            <a:lvl8pPr>
              <a:defRPr sz="1500" b="0">
                <a:solidFill>
                  <a:srgbClr val="5B696B"/>
                </a:solidFill>
              </a:defRPr>
            </a:lvl8pPr>
            <a:lvl9pPr>
              <a:defRPr sz="150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96B"/>
                </a:solidFill>
              </a:defRPr>
            </a:pPr>
            <a:r>
              <a:rPr sz="1500" b="0">
                <a:solidFill>
                  <a:srgbClr val="5B696B"/>
                </a:solidFill>
              </a:rPr>
              <a:t>Release 1t9f4de65vodg distributed to two Firebase App Distribution testers.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FE779-4FFB-4656-A822-FECAAB0B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528"/>
                </a:solidFill>
              </a:defRPr>
            </a:defPPr>
            <a:lvl1pPr>
              <a:defRPr sz="1875" b="1">
                <a:solidFill>
                  <a:srgbClr val="172528"/>
                </a:solidFill>
              </a:defRPr>
            </a:lvl1pPr>
            <a:lvl2pPr>
              <a:defRPr sz="1875" b="1">
                <a:solidFill>
                  <a:srgbClr val="172528"/>
                </a:solidFill>
              </a:defRPr>
            </a:lvl2pPr>
            <a:lvl3pPr>
              <a:defRPr sz="1875" b="1">
                <a:solidFill>
                  <a:srgbClr val="172528"/>
                </a:solidFill>
              </a:defRPr>
            </a:lvl3pPr>
            <a:lvl4pPr>
              <a:defRPr sz="1875" b="1">
                <a:solidFill>
                  <a:srgbClr val="172528"/>
                </a:solidFill>
              </a:defRPr>
            </a:lvl4pPr>
            <a:lvl5pPr>
              <a:defRPr sz="1875" b="1">
                <a:solidFill>
                  <a:srgbClr val="172528"/>
                </a:solidFill>
              </a:defRPr>
            </a:lvl5pPr>
            <a:lvl6pPr>
              <a:defRPr sz="1875" b="1">
                <a:solidFill>
                  <a:srgbClr val="172528"/>
                </a:solidFill>
              </a:defRPr>
            </a:lvl6pPr>
            <a:lvl7pPr>
              <a:defRPr sz="1875" b="1">
                <a:solidFill>
                  <a:srgbClr val="172528"/>
                </a:solidFill>
              </a:defRPr>
            </a:lvl7pPr>
            <a:lvl8pPr>
              <a:defRPr sz="1875" b="1">
                <a:solidFill>
                  <a:srgbClr val="172528"/>
                </a:solidFill>
              </a:defRPr>
            </a:lvl8pPr>
            <a:lvl9pPr>
              <a:defRPr sz="1875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528"/>
                </a:solidFill>
              </a:defRPr>
            </a:pPr>
            <a:r>
              <a:rPr sz="1875" b="1">
                <a:solidFill>
                  <a:srgbClr val="172528"/>
                </a:solidFill>
              </a:rPr>
              <a:t>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1BDAA-789B-4B79-9FC4-F5BA8CF8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96B"/>
                </a:solidFill>
              </a:defRPr>
            </a:defPPr>
            <a:lvl1pPr>
              <a:defRPr sz="1500" b="0">
                <a:solidFill>
                  <a:srgbClr val="5B696B"/>
                </a:solidFill>
              </a:defRPr>
            </a:lvl1pPr>
            <a:lvl2pPr>
              <a:defRPr sz="1500" b="0">
                <a:solidFill>
                  <a:srgbClr val="5B696B"/>
                </a:solidFill>
              </a:defRPr>
            </a:lvl2pPr>
            <a:lvl3pPr>
              <a:defRPr sz="1500" b="0">
                <a:solidFill>
                  <a:srgbClr val="5B696B"/>
                </a:solidFill>
              </a:defRPr>
            </a:lvl3pPr>
            <a:lvl4pPr>
              <a:defRPr sz="1500" b="0">
                <a:solidFill>
                  <a:srgbClr val="5B696B"/>
                </a:solidFill>
              </a:defRPr>
            </a:lvl4pPr>
            <a:lvl5pPr>
              <a:defRPr sz="1500" b="0">
                <a:solidFill>
                  <a:srgbClr val="5B696B"/>
                </a:solidFill>
              </a:defRPr>
            </a:lvl5pPr>
            <a:lvl6pPr>
              <a:defRPr sz="1500" b="0">
                <a:solidFill>
                  <a:srgbClr val="5B696B"/>
                </a:solidFill>
              </a:defRPr>
            </a:lvl6pPr>
            <a:lvl7pPr>
              <a:defRPr sz="1500" b="0">
                <a:solidFill>
                  <a:srgbClr val="5B696B"/>
                </a:solidFill>
              </a:defRPr>
            </a:lvl7pPr>
            <a:lvl8pPr>
              <a:defRPr sz="1500" b="0">
                <a:solidFill>
                  <a:srgbClr val="5B696B"/>
                </a:solidFill>
              </a:defRPr>
            </a:lvl8pPr>
            <a:lvl9pPr>
              <a:defRPr sz="150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96B"/>
                </a:solidFill>
              </a:defRPr>
            </a:pPr>
            <a:r>
              <a:rPr sz="1500" b="0">
                <a:solidFill>
                  <a:srgbClr val="5B696B"/>
                </a:solidFill>
              </a:rPr>
              <a:t>github.com/baselSamer/street-bite-basel</a:t>
            </a:r>
          </a:p>
        </p:txBody>
      </p:sp>
    </p:spTree>
    <p:extLst>
      <p:ext uri="{BB962C8B-B14F-4D97-AF65-F5344CB8AC3E}">
        <p14:creationId xmlns:p14="http://schemas.microsoft.com/office/powerpoint/2010/main" val="16294328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5FB8E-EB1D-46FA-A019-879DBB0E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F6B35"/>
                </a:solidFill>
              </a:defRPr>
            </a:defPPr>
            <a:lvl1pPr>
              <a:defRPr sz="1200" b="1">
                <a:solidFill>
                  <a:srgbClr val="EF6B35"/>
                </a:solidFill>
              </a:defRPr>
            </a:lvl1pPr>
            <a:lvl2pPr>
              <a:defRPr sz="1200" b="1">
                <a:solidFill>
                  <a:srgbClr val="EF6B35"/>
                </a:solidFill>
              </a:defRPr>
            </a:lvl2pPr>
            <a:lvl3pPr>
              <a:defRPr sz="1200" b="1">
                <a:solidFill>
                  <a:srgbClr val="EF6B35"/>
                </a:solidFill>
              </a:defRPr>
            </a:lvl3pPr>
            <a:lvl4pPr>
              <a:defRPr sz="1200" b="1">
                <a:solidFill>
                  <a:srgbClr val="EF6B35"/>
                </a:solidFill>
              </a:defRPr>
            </a:lvl4pPr>
            <a:lvl5pPr>
              <a:defRPr sz="1200" b="1">
                <a:solidFill>
                  <a:srgbClr val="EF6B35"/>
                </a:solidFill>
              </a:defRPr>
            </a:lvl5pPr>
            <a:lvl6pPr>
              <a:defRPr sz="1200" b="1">
                <a:solidFill>
                  <a:srgbClr val="EF6B35"/>
                </a:solidFill>
              </a:defRPr>
            </a:lvl6pPr>
            <a:lvl7pPr>
              <a:defRPr sz="1200" b="1">
                <a:solidFill>
                  <a:srgbClr val="EF6B35"/>
                </a:solidFill>
              </a:defRPr>
            </a:lvl7pPr>
            <a:lvl8pPr>
              <a:defRPr sz="1200" b="1">
                <a:solidFill>
                  <a:srgbClr val="EF6B35"/>
                </a:solidFill>
              </a:defRPr>
            </a:lvl8pPr>
            <a:lvl9pPr>
              <a:defRPr sz="1200" b="1">
                <a:solidFill>
                  <a:srgbClr val="EF6B3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F6B35"/>
                </a:solidFill>
              </a:defRPr>
            </a:pPr>
            <a:r>
              <a:rPr sz="1200" b="1">
                <a:solidFill>
                  <a:srgbClr val="EF6B35"/>
                </a:solidFill>
              </a:rPr>
              <a:t>STREETBITE V1.0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ECA43-508D-4D4C-A48F-E9540766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528"/>
                </a:solidFill>
              </a:defRPr>
            </a:defPPr>
            <a:lvl1pPr>
              <a:defRPr sz="3450" b="1">
                <a:solidFill>
                  <a:srgbClr val="172528"/>
                </a:solidFill>
              </a:defRPr>
            </a:lvl1pPr>
            <a:lvl2pPr>
              <a:defRPr sz="3450" b="1">
                <a:solidFill>
                  <a:srgbClr val="172528"/>
                </a:solidFill>
              </a:defRPr>
            </a:lvl2pPr>
            <a:lvl3pPr>
              <a:defRPr sz="3450" b="1">
                <a:solidFill>
                  <a:srgbClr val="172528"/>
                </a:solidFill>
              </a:defRPr>
            </a:lvl3pPr>
            <a:lvl4pPr>
              <a:defRPr sz="3450" b="1">
                <a:solidFill>
                  <a:srgbClr val="172528"/>
                </a:solidFill>
              </a:defRPr>
            </a:lvl4pPr>
            <a:lvl5pPr>
              <a:defRPr sz="3450" b="1">
                <a:solidFill>
                  <a:srgbClr val="172528"/>
                </a:solidFill>
              </a:defRPr>
            </a:lvl5pPr>
            <a:lvl6pPr>
              <a:defRPr sz="3450" b="1">
                <a:solidFill>
                  <a:srgbClr val="172528"/>
                </a:solidFill>
              </a:defRPr>
            </a:lvl6pPr>
            <a:lvl7pPr>
              <a:defRPr sz="3450" b="1">
                <a:solidFill>
                  <a:srgbClr val="172528"/>
                </a:solidFill>
              </a:defRPr>
            </a:lvl7pPr>
            <a:lvl8pPr>
              <a:defRPr sz="3450" b="1">
                <a:solidFill>
                  <a:srgbClr val="172528"/>
                </a:solidFill>
              </a:defRPr>
            </a:lvl8pPr>
            <a:lvl9pPr>
              <a:defRPr sz="3450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528"/>
                </a:solidFill>
              </a:defRPr>
            </a:pPr>
            <a:r>
              <a:rPr sz="3450" b="1">
                <a:solidFill>
                  <a:srgbClr val="172528"/>
                </a:solidFill>
              </a:rPr>
              <a:t>Current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36745-DF65-494E-89B1-AEE362A0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007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B696B"/>
                </a:solidFill>
              </a:defRPr>
            </a:defPPr>
            <a:lvl1pPr>
              <a:defRPr sz="1050" b="0">
                <a:solidFill>
                  <a:srgbClr val="5B696B"/>
                </a:solidFill>
              </a:defRPr>
            </a:lvl1pPr>
            <a:lvl2pPr>
              <a:defRPr sz="1050" b="0">
                <a:solidFill>
                  <a:srgbClr val="5B696B"/>
                </a:solidFill>
              </a:defRPr>
            </a:lvl2pPr>
            <a:lvl3pPr>
              <a:defRPr sz="1050" b="0">
                <a:solidFill>
                  <a:srgbClr val="5B696B"/>
                </a:solidFill>
              </a:defRPr>
            </a:lvl3pPr>
            <a:lvl4pPr>
              <a:defRPr sz="1050" b="0">
                <a:solidFill>
                  <a:srgbClr val="5B696B"/>
                </a:solidFill>
              </a:defRPr>
            </a:lvl4pPr>
            <a:lvl5pPr>
              <a:defRPr sz="1050" b="0">
                <a:solidFill>
                  <a:srgbClr val="5B696B"/>
                </a:solidFill>
              </a:defRPr>
            </a:lvl5pPr>
            <a:lvl6pPr>
              <a:defRPr sz="1050" b="0">
                <a:solidFill>
                  <a:srgbClr val="5B696B"/>
                </a:solidFill>
              </a:defRPr>
            </a:lvl6pPr>
            <a:lvl7pPr>
              <a:defRPr sz="1050" b="0">
                <a:solidFill>
                  <a:srgbClr val="5B696B"/>
                </a:solidFill>
              </a:defRPr>
            </a:lvl7pPr>
            <a:lvl8pPr>
              <a:defRPr sz="1050" b="0">
                <a:solidFill>
                  <a:srgbClr val="5B696B"/>
                </a:solidFill>
              </a:defRPr>
            </a:lvl8pPr>
            <a:lvl9pPr>
              <a:defRPr sz="105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B696B"/>
                </a:solidFill>
              </a:defRPr>
            </a:pPr>
            <a:r>
              <a:rPr sz="1050" b="0">
                <a:solidFill>
                  <a:srgbClr val="5B696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C37C7-BDF0-4858-A248-1374192A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528"/>
                </a:solidFill>
              </a:defRPr>
            </a:defPPr>
            <a:lvl1pPr>
              <a:defRPr sz="1875" b="1">
                <a:solidFill>
                  <a:srgbClr val="172528"/>
                </a:solidFill>
              </a:defRPr>
            </a:lvl1pPr>
            <a:lvl2pPr>
              <a:defRPr sz="1875" b="1">
                <a:solidFill>
                  <a:srgbClr val="172528"/>
                </a:solidFill>
              </a:defRPr>
            </a:lvl2pPr>
            <a:lvl3pPr>
              <a:defRPr sz="1875" b="1">
                <a:solidFill>
                  <a:srgbClr val="172528"/>
                </a:solidFill>
              </a:defRPr>
            </a:lvl3pPr>
            <a:lvl4pPr>
              <a:defRPr sz="1875" b="1">
                <a:solidFill>
                  <a:srgbClr val="172528"/>
                </a:solidFill>
              </a:defRPr>
            </a:lvl4pPr>
            <a:lvl5pPr>
              <a:defRPr sz="1875" b="1">
                <a:solidFill>
                  <a:srgbClr val="172528"/>
                </a:solidFill>
              </a:defRPr>
            </a:lvl5pPr>
            <a:lvl6pPr>
              <a:defRPr sz="1875" b="1">
                <a:solidFill>
                  <a:srgbClr val="172528"/>
                </a:solidFill>
              </a:defRPr>
            </a:lvl6pPr>
            <a:lvl7pPr>
              <a:defRPr sz="1875" b="1">
                <a:solidFill>
                  <a:srgbClr val="172528"/>
                </a:solidFill>
              </a:defRPr>
            </a:lvl7pPr>
            <a:lvl8pPr>
              <a:defRPr sz="1875" b="1">
                <a:solidFill>
                  <a:srgbClr val="172528"/>
                </a:solidFill>
              </a:defRPr>
            </a:lvl8pPr>
            <a:lvl9pPr>
              <a:defRPr sz="1875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528"/>
                </a:solidFill>
              </a:defRPr>
            </a:pPr>
            <a:r>
              <a:rPr sz="1875" b="1">
                <a:solidFill>
                  <a:srgbClr val="172528"/>
                </a:solidFill>
              </a:rPr>
              <a:t>Payment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E022F-542A-455F-B7DE-1A0A9C8D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96B"/>
                </a:solidFill>
              </a:defRPr>
            </a:defPPr>
            <a:lvl1pPr>
              <a:defRPr sz="1500" b="0">
                <a:solidFill>
                  <a:srgbClr val="5B696B"/>
                </a:solidFill>
              </a:defRPr>
            </a:lvl1pPr>
            <a:lvl2pPr>
              <a:defRPr sz="1500" b="0">
                <a:solidFill>
                  <a:srgbClr val="5B696B"/>
                </a:solidFill>
              </a:defRPr>
            </a:lvl2pPr>
            <a:lvl3pPr>
              <a:defRPr sz="1500" b="0">
                <a:solidFill>
                  <a:srgbClr val="5B696B"/>
                </a:solidFill>
              </a:defRPr>
            </a:lvl3pPr>
            <a:lvl4pPr>
              <a:defRPr sz="1500" b="0">
                <a:solidFill>
                  <a:srgbClr val="5B696B"/>
                </a:solidFill>
              </a:defRPr>
            </a:lvl4pPr>
            <a:lvl5pPr>
              <a:defRPr sz="1500" b="0">
                <a:solidFill>
                  <a:srgbClr val="5B696B"/>
                </a:solidFill>
              </a:defRPr>
            </a:lvl5pPr>
            <a:lvl6pPr>
              <a:defRPr sz="1500" b="0">
                <a:solidFill>
                  <a:srgbClr val="5B696B"/>
                </a:solidFill>
              </a:defRPr>
            </a:lvl6pPr>
            <a:lvl7pPr>
              <a:defRPr sz="1500" b="0">
                <a:solidFill>
                  <a:srgbClr val="5B696B"/>
                </a:solidFill>
              </a:defRPr>
            </a:lvl7pPr>
            <a:lvl8pPr>
              <a:defRPr sz="1500" b="0">
                <a:solidFill>
                  <a:srgbClr val="5B696B"/>
                </a:solidFill>
              </a:defRPr>
            </a:lvl8pPr>
            <a:lvl9pPr>
              <a:defRPr sz="150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96B"/>
                </a:solidFill>
              </a:defRPr>
            </a:pPr>
            <a:r>
              <a:rPr sz="1500" b="0">
                <a:solidFill>
                  <a:srgbClr val="5B696B"/>
                </a:solidFill>
              </a:rPr>
              <a:t>Cash checkout is active. Card processing awaits a payment gateway.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B7A75-44B0-4640-96D1-7371228A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528"/>
                </a:solidFill>
              </a:defRPr>
            </a:defPPr>
            <a:lvl1pPr>
              <a:defRPr sz="1875" b="1">
                <a:solidFill>
                  <a:srgbClr val="172528"/>
                </a:solidFill>
              </a:defRPr>
            </a:lvl1pPr>
            <a:lvl2pPr>
              <a:defRPr sz="1875" b="1">
                <a:solidFill>
                  <a:srgbClr val="172528"/>
                </a:solidFill>
              </a:defRPr>
            </a:lvl2pPr>
            <a:lvl3pPr>
              <a:defRPr sz="1875" b="1">
                <a:solidFill>
                  <a:srgbClr val="172528"/>
                </a:solidFill>
              </a:defRPr>
            </a:lvl3pPr>
            <a:lvl4pPr>
              <a:defRPr sz="1875" b="1">
                <a:solidFill>
                  <a:srgbClr val="172528"/>
                </a:solidFill>
              </a:defRPr>
            </a:lvl4pPr>
            <a:lvl5pPr>
              <a:defRPr sz="1875" b="1">
                <a:solidFill>
                  <a:srgbClr val="172528"/>
                </a:solidFill>
              </a:defRPr>
            </a:lvl5pPr>
            <a:lvl6pPr>
              <a:defRPr sz="1875" b="1">
                <a:solidFill>
                  <a:srgbClr val="172528"/>
                </a:solidFill>
              </a:defRPr>
            </a:lvl6pPr>
            <a:lvl7pPr>
              <a:defRPr sz="1875" b="1">
                <a:solidFill>
                  <a:srgbClr val="172528"/>
                </a:solidFill>
              </a:defRPr>
            </a:lvl7pPr>
            <a:lvl8pPr>
              <a:defRPr sz="1875" b="1">
                <a:solidFill>
                  <a:srgbClr val="172528"/>
                </a:solidFill>
              </a:defRPr>
            </a:lvl8pPr>
            <a:lvl9pPr>
              <a:defRPr sz="1875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528"/>
                </a:solidFill>
              </a:defRPr>
            </a:pPr>
            <a:r>
              <a:rPr sz="1875" b="1">
                <a:solidFill>
                  <a:srgbClr val="172528"/>
                </a:solidFill>
              </a:rPr>
              <a:t>Design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045A0-A82F-4361-AD04-6125FD9D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96B"/>
                </a:solidFill>
              </a:defRPr>
            </a:defPPr>
            <a:lvl1pPr>
              <a:defRPr sz="1500" b="0">
                <a:solidFill>
                  <a:srgbClr val="5B696B"/>
                </a:solidFill>
              </a:defRPr>
            </a:lvl1pPr>
            <a:lvl2pPr>
              <a:defRPr sz="1500" b="0">
                <a:solidFill>
                  <a:srgbClr val="5B696B"/>
                </a:solidFill>
              </a:defRPr>
            </a:lvl2pPr>
            <a:lvl3pPr>
              <a:defRPr sz="1500" b="0">
                <a:solidFill>
                  <a:srgbClr val="5B696B"/>
                </a:solidFill>
              </a:defRPr>
            </a:lvl3pPr>
            <a:lvl4pPr>
              <a:defRPr sz="1500" b="0">
                <a:solidFill>
                  <a:srgbClr val="5B696B"/>
                </a:solidFill>
              </a:defRPr>
            </a:lvl4pPr>
            <a:lvl5pPr>
              <a:defRPr sz="1500" b="0">
                <a:solidFill>
                  <a:srgbClr val="5B696B"/>
                </a:solidFill>
              </a:defRPr>
            </a:lvl5pPr>
            <a:lvl6pPr>
              <a:defRPr sz="1500" b="0">
                <a:solidFill>
                  <a:srgbClr val="5B696B"/>
                </a:solidFill>
              </a:defRPr>
            </a:lvl6pPr>
            <a:lvl7pPr>
              <a:defRPr sz="1500" b="0">
                <a:solidFill>
                  <a:srgbClr val="5B696B"/>
                </a:solidFill>
              </a:defRPr>
            </a:lvl7pPr>
            <a:lvl8pPr>
              <a:defRPr sz="1500" b="0">
                <a:solidFill>
                  <a:srgbClr val="5B696B"/>
                </a:solidFill>
              </a:defRPr>
            </a:lvl8pPr>
            <a:lvl9pPr>
              <a:defRPr sz="150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96B"/>
                </a:solidFill>
              </a:defRPr>
            </a:pPr>
            <a:r>
              <a:rPr sz="1500" b="0">
                <a:solidFill>
                  <a:srgbClr val="5B696B"/>
                </a:solidFill>
              </a:rPr>
              <a:t>The Figma kit is the reference. Exact visual matching needs exported screens.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8AB42-8BCD-4C0A-B8B2-7E236722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2528"/>
                </a:solidFill>
              </a:defRPr>
            </a:defPPr>
            <a:lvl1pPr>
              <a:defRPr sz="1875" b="1">
                <a:solidFill>
                  <a:srgbClr val="172528"/>
                </a:solidFill>
              </a:defRPr>
            </a:lvl1pPr>
            <a:lvl2pPr>
              <a:defRPr sz="1875" b="1">
                <a:solidFill>
                  <a:srgbClr val="172528"/>
                </a:solidFill>
              </a:defRPr>
            </a:lvl2pPr>
            <a:lvl3pPr>
              <a:defRPr sz="1875" b="1">
                <a:solidFill>
                  <a:srgbClr val="172528"/>
                </a:solidFill>
              </a:defRPr>
            </a:lvl3pPr>
            <a:lvl4pPr>
              <a:defRPr sz="1875" b="1">
                <a:solidFill>
                  <a:srgbClr val="172528"/>
                </a:solidFill>
              </a:defRPr>
            </a:lvl4pPr>
            <a:lvl5pPr>
              <a:defRPr sz="1875" b="1">
                <a:solidFill>
                  <a:srgbClr val="172528"/>
                </a:solidFill>
              </a:defRPr>
            </a:lvl5pPr>
            <a:lvl6pPr>
              <a:defRPr sz="1875" b="1">
                <a:solidFill>
                  <a:srgbClr val="172528"/>
                </a:solidFill>
              </a:defRPr>
            </a:lvl6pPr>
            <a:lvl7pPr>
              <a:defRPr sz="1875" b="1">
                <a:solidFill>
                  <a:srgbClr val="172528"/>
                </a:solidFill>
              </a:defRPr>
            </a:lvl7pPr>
            <a:lvl8pPr>
              <a:defRPr sz="1875" b="1">
                <a:solidFill>
                  <a:srgbClr val="172528"/>
                </a:solidFill>
              </a:defRPr>
            </a:lvl8pPr>
            <a:lvl9pPr>
              <a:defRPr sz="1875" b="1">
                <a:solidFill>
                  <a:srgbClr val="172528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528"/>
                </a:solidFill>
              </a:defRPr>
            </a:pPr>
            <a:r>
              <a:rPr sz="1875" b="1">
                <a:solidFill>
                  <a:srgbClr val="172528"/>
                </a:solidFill>
              </a:rPr>
              <a:t>Production release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EA8C7-6D45-41AD-A060-1351B7CA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96B"/>
                </a:solidFill>
              </a:defRPr>
            </a:defPPr>
            <a:lvl1pPr>
              <a:defRPr sz="1500" b="0">
                <a:solidFill>
                  <a:srgbClr val="5B696B"/>
                </a:solidFill>
              </a:defRPr>
            </a:lvl1pPr>
            <a:lvl2pPr>
              <a:defRPr sz="1500" b="0">
                <a:solidFill>
                  <a:srgbClr val="5B696B"/>
                </a:solidFill>
              </a:defRPr>
            </a:lvl2pPr>
            <a:lvl3pPr>
              <a:defRPr sz="1500" b="0">
                <a:solidFill>
                  <a:srgbClr val="5B696B"/>
                </a:solidFill>
              </a:defRPr>
            </a:lvl3pPr>
            <a:lvl4pPr>
              <a:defRPr sz="1500" b="0">
                <a:solidFill>
                  <a:srgbClr val="5B696B"/>
                </a:solidFill>
              </a:defRPr>
            </a:lvl4pPr>
            <a:lvl5pPr>
              <a:defRPr sz="1500" b="0">
                <a:solidFill>
                  <a:srgbClr val="5B696B"/>
                </a:solidFill>
              </a:defRPr>
            </a:lvl5pPr>
            <a:lvl6pPr>
              <a:defRPr sz="1500" b="0">
                <a:solidFill>
                  <a:srgbClr val="5B696B"/>
                </a:solidFill>
              </a:defRPr>
            </a:lvl6pPr>
            <a:lvl7pPr>
              <a:defRPr sz="1500" b="0">
                <a:solidFill>
                  <a:srgbClr val="5B696B"/>
                </a:solidFill>
              </a:defRPr>
            </a:lvl7pPr>
            <a:lvl8pPr>
              <a:defRPr sz="1500" b="0">
                <a:solidFill>
                  <a:srgbClr val="5B696B"/>
                </a:solidFill>
              </a:defRPr>
            </a:lvl8pPr>
            <a:lvl9pPr>
              <a:defRPr sz="1500" b="0">
                <a:solidFill>
                  <a:srgbClr val="5B696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B696B"/>
                </a:solidFill>
              </a:defRPr>
            </a:pPr>
            <a:r>
              <a:rPr sz="1500" b="0">
                <a:solidFill>
                  <a:srgbClr val="5B696B"/>
                </a:solidFill>
              </a:rPr>
              <a:t>Replace beta debug signing with a dedicated release key before store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8216173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2026-10-19T20:54:55.5530000Z</dcterms:created>
  <dcterms:modified xsi:type="dcterms:W3CDTF">2026-10-19T20:54:55.5530000Z</dcterms:modified>
</coreProperties>
</file>