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eb7a3a68c4534" /><Relationship Type="http://schemas.openxmlformats.org/officeDocument/2006/relationships/extended-properties" Target="/docProps/app.xml" Id="R01fb237a0c5449c4" /><Relationship Type="http://schemas.openxmlformats.org/officeDocument/2006/relationships/officeDocument" Target="/ppt/presentation.xml" Id="Rd4db22446149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41c39df314ee3"/>
  </p:sldMasterIdLst>
  <p:notesMasterIdLst>
    <p:notesMasterId xmlns:r="http://schemas.openxmlformats.org/officeDocument/2006/relationships" r:id="Rbbfa1e4760774bfb"/>
  </p:notesMasterIdLst>
  <p:sldIdLst>
    <p:sldId xmlns:r="http://schemas.openxmlformats.org/officeDocument/2006/relationships" id="256" r:id="R1f8d93bedb5544a4"/>
    <p:sldId xmlns:r="http://schemas.openxmlformats.org/officeDocument/2006/relationships" id="257" r:id="Rc5babea23ea948d1"/>
    <p:sldId xmlns:r="http://schemas.openxmlformats.org/officeDocument/2006/relationships" id="258" r:id="Rca1225fc2a244b29"/>
    <p:sldId xmlns:r="http://schemas.openxmlformats.org/officeDocument/2006/relationships" id="259" r:id="R60145efd5dcf42be"/>
    <p:sldId xmlns:r="http://schemas.openxmlformats.org/officeDocument/2006/relationships" id="260" r:id="R5cb9a6a4dfe2466e"/>
    <p:sldId xmlns:r="http://schemas.openxmlformats.org/officeDocument/2006/relationships" id="261" r:id="Rd854487271ca4e18"/>
    <p:sldId xmlns:r="http://schemas.openxmlformats.org/officeDocument/2006/relationships" id="262" r:id="R0d4d7321180d4bb6"/>
    <p:sldId xmlns:r="http://schemas.openxmlformats.org/officeDocument/2006/relationships" id="263" r:id="R4f778a421ad4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6a1c120435484f" /><Relationship Type="http://schemas.openxmlformats.org/officeDocument/2006/relationships/slideMaster" Target="/ppt/slideMasters/slideMaster1.xml" Id="Re6941c39df314ee3" /><Relationship Type="http://schemas.openxmlformats.org/officeDocument/2006/relationships/notesMaster" Target="/ppt/notesMasters/notesMaster1.xml" Id="Rbbfa1e4760774bfb" /><Relationship Type="http://schemas.openxmlformats.org/officeDocument/2006/relationships/presProps" Target="/ppt/presProps.xml" Id="R00b3c8613e9d43bc" /><Relationship Type="http://schemas.openxmlformats.org/officeDocument/2006/relationships/tableStyles" Target="/ppt/tableStyles.xml" Id="Re732bf23e6a7417a" /><Relationship Type="http://schemas.openxmlformats.org/officeDocument/2006/relationships/slide" Target="/ppt/slides/slide1.xml" Id="R1f8d93bedb5544a4" /><Relationship Type="http://schemas.openxmlformats.org/officeDocument/2006/relationships/slide" Target="/ppt/slides/slide2.xml" Id="Rc5babea23ea948d1" /><Relationship Type="http://schemas.openxmlformats.org/officeDocument/2006/relationships/slide" Target="/ppt/slides/slide3.xml" Id="Rca1225fc2a244b29" /><Relationship Type="http://schemas.openxmlformats.org/officeDocument/2006/relationships/slide" Target="/ppt/slides/slide4.xml" Id="R60145efd5dcf42be" /><Relationship Type="http://schemas.openxmlformats.org/officeDocument/2006/relationships/slide" Target="/ppt/slides/slide5.xml" Id="R5cb9a6a4dfe2466e" /><Relationship Type="http://schemas.openxmlformats.org/officeDocument/2006/relationships/slide" Target="/ppt/slides/slide6.xml" Id="Rd854487271ca4e18" /><Relationship Type="http://schemas.openxmlformats.org/officeDocument/2006/relationships/slide" Target="/ppt/slides/slide7.xml" Id="R0d4d7321180d4bb6" /><Relationship Type="http://schemas.openxmlformats.org/officeDocument/2006/relationships/slide" Target="/ppt/slides/slide8.xml" Id="R4f778a421ad4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b00070a4a74a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c9453a52340ab" /><Relationship Type="http://schemas.openxmlformats.org/officeDocument/2006/relationships/notesMaster" Target="/ppt/notesMasters/notesMaster1.xml" Id="R2ff0f280d5864b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a04ff9486c4ebe" /><Relationship Type="http://schemas.openxmlformats.org/officeDocument/2006/relationships/notesMaster" Target="/ppt/notesMasters/notesMaster1.xml" Id="R82ae7634ab85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07e9e363f4fec" /><Relationship Type="http://schemas.openxmlformats.org/officeDocument/2006/relationships/notesMaster" Target="/ppt/notesMasters/notesMaster1.xml" Id="Rb5aefb4080df4d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d6af942f04b70" /><Relationship Type="http://schemas.openxmlformats.org/officeDocument/2006/relationships/notesMaster" Target="/ppt/notesMasters/notesMaster1.xml" Id="Rc83bda3f1a8d42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fe2b844ec4d90" /><Relationship Type="http://schemas.openxmlformats.org/officeDocument/2006/relationships/notesMaster" Target="/ppt/notesMasters/notesMaster1.xml" Id="Re38afd7ee903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471d9e686f4ba0" /><Relationship Type="http://schemas.openxmlformats.org/officeDocument/2006/relationships/notesMaster" Target="/ppt/notesMasters/notesMaster1.xml" Id="R3aca9a9a45f94d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ec728f9634fc5" /><Relationship Type="http://schemas.openxmlformats.org/officeDocument/2006/relationships/notesMaster" Target="/ppt/notesMasters/notesMaster1.xml" Id="Rdcc37faee928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03c50b07ea4d2c" /><Relationship Type="http://schemas.openxmlformats.org/officeDocument/2006/relationships/notesMaster" Target="/ppt/notesMasters/notesMaster1.xml" Id="Rcf1fbb4209a3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2e2b34bb547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2d955690e40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fc409fca54f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32ca6b40a49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55cffb88047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1c63a051d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45BAE-1266-4219-8634-2260E345F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BD2CA4-3353-4941-A297-BB530B0C31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BEFDB2-B907-496D-B4CF-748C7BA07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ABFC8-7640-4D54-B68E-10FB68FF2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587090-65EA-4344-9242-40B6AEB72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CFCB3E-E0CD-42DE-8257-C06964A6ED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5A3A4-BF4D-416B-8E0E-86CA749522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A2B271-CA80-4F99-8444-CEEEA308F4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1A886D-B754-4145-A92F-4DA0A5663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E5560A-FD1B-496D-A2CF-C65C3D36C8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2c0c6577f47ae" /><Relationship Type="http://schemas.openxmlformats.org/officeDocument/2006/relationships/slideLayout" Target="/ppt/slideLayouts/slideLayout1.xml" Id="Rae3314ce861e41b1" /><Relationship Type="http://schemas.openxmlformats.org/officeDocument/2006/relationships/slideLayout" Target="/ppt/slideLayouts/slideLayout2.xml" Id="R6d2ed8f5c23f45f9" /><Relationship Type="http://schemas.openxmlformats.org/officeDocument/2006/relationships/slideLayout" Target="/ppt/slideLayouts/slideLayout3.xml" Id="Rf3636b1a48fd4e2e" /><Relationship Type="http://schemas.openxmlformats.org/officeDocument/2006/relationships/slideLayout" Target="/ppt/slideLayouts/slideLayout4.xml" Id="Rb0d27bea9db343e5" /><Relationship Type="http://schemas.openxmlformats.org/officeDocument/2006/relationships/slideLayout" Target="/ppt/slideLayouts/slideLayout5.xml" Id="R427c22e89fa54cf0" /><Relationship Type="http://schemas.openxmlformats.org/officeDocument/2006/relationships/slideLayout" Target="/ppt/slideLayouts/slideLayout6.xml" Id="Ra73e419b9867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314ce861e41b1"/>
    <p:sldLayoutId xmlns:r="http://schemas.openxmlformats.org/officeDocument/2006/relationships" id="2147483650" r:id="R6d2ed8f5c23f45f9"/>
    <p:sldLayoutId xmlns:r="http://schemas.openxmlformats.org/officeDocument/2006/relationships" id="2147483651" r:id="Rf3636b1a48fd4e2e"/>
    <p:sldLayoutId xmlns:r="http://schemas.openxmlformats.org/officeDocument/2006/relationships" id="2147483652" r:id="Rb0d27bea9db343e5"/>
    <p:sldLayoutId xmlns:r="http://schemas.openxmlformats.org/officeDocument/2006/relationships" id="2147483653" r:id="R427c22e89fa54cf0"/>
    <p:sldLayoutId xmlns:r="http://schemas.openxmlformats.org/officeDocument/2006/relationships" id="2147483654" r:id="Ra73e419b9867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21336deb24ef2" /><Relationship Type="http://schemas.openxmlformats.org/officeDocument/2006/relationships/image" Target="/ppt/media/image.png" Id="Rf8c33b62afc24e46" /><Relationship Type="http://schemas.openxmlformats.org/officeDocument/2006/relationships/notesSlide" Target="/ppt/notesSlides/notesSlide1.xml" Id="R1e0df7bc2e06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01ed6fc134fe3" /><Relationship Type="http://schemas.openxmlformats.org/officeDocument/2006/relationships/notesSlide" Target="/ppt/notesSlides/notesSlide2.xml" Id="R3a5c3de75d6b4f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be8923dbd468f" /><Relationship Type="http://schemas.openxmlformats.org/officeDocument/2006/relationships/notesSlide" Target="/ppt/notesSlides/notesSlide3.xml" Id="R981a6715198145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95fe95710489f" /><Relationship Type="http://schemas.openxmlformats.org/officeDocument/2006/relationships/notesSlide" Target="/ppt/notesSlides/notesSlide4.xml" Id="Rf922fd1e39e246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9935882fa4019" /><Relationship Type="http://schemas.openxmlformats.org/officeDocument/2006/relationships/notesSlide" Target="/ppt/notesSlides/notesSlide5.xml" Id="Reedf9346b763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c1846901a4371" /><Relationship Type="http://schemas.openxmlformats.org/officeDocument/2006/relationships/notesSlide" Target="/ppt/notesSlides/notesSlide6.xml" Id="Rd03127eac99846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6d584c8834821" /><Relationship Type="http://schemas.openxmlformats.org/officeDocument/2006/relationships/notesSlide" Target="/ppt/notesSlides/notesSlide7.xml" Id="R2082d548e78a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327f598864b77" /><Relationship Type="http://schemas.openxmlformats.org/officeDocument/2006/relationships/notesSlide" Target="/ppt/notesSlides/notesSlide8.xml" Id="Rdcb9ac9bd9e54b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9F7DA-388E-4581-9BB5-2E4E13FBE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33b62afc24e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E28F4-561B-4262-A4AD-B3D8BD42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A5CFA"/>
                </a:solidFill>
              </a:defRPr>
            </a:defPPr>
            <a:lvl1pPr>
              <a:defRPr sz="1650" b="1">
                <a:solidFill>
                  <a:srgbClr val="7A5CFA"/>
                </a:solidFill>
              </a:defRPr>
            </a:lvl1pPr>
            <a:lvl2pPr>
              <a:defRPr sz="1650" b="1">
                <a:solidFill>
                  <a:srgbClr val="7A5CFA"/>
                </a:solidFill>
              </a:defRPr>
            </a:lvl2pPr>
            <a:lvl3pPr>
              <a:defRPr sz="1650" b="1">
                <a:solidFill>
                  <a:srgbClr val="7A5CFA"/>
                </a:solidFill>
              </a:defRPr>
            </a:lvl3pPr>
            <a:lvl4pPr>
              <a:defRPr sz="1650" b="1">
                <a:solidFill>
                  <a:srgbClr val="7A5CFA"/>
                </a:solidFill>
              </a:defRPr>
            </a:lvl4pPr>
            <a:lvl5pPr>
              <a:defRPr sz="1650" b="1">
                <a:solidFill>
                  <a:srgbClr val="7A5CFA"/>
                </a:solidFill>
              </a:defRPr>
            </a:lvl5pPr>
            <a:lvl6pPr>
              <a:defRPr sz="1650" b="1">
                <a:solidFill>
                  <a:srgbClr val="7A5CFA"/>
                </a:solidFill>
              </a:defRPr>
            </a:lvl6pPr>
            <a:lvl7pPr>
              <a:defRPr sz="1650" b="1">
                <a:solidFill>
                  <a:srgbClr val="7A5CFA"/>
                </a:solidFill>
              </a:defRPr>
            </a:lvl7pPr>
            <a:lvl8pPr>
              <a:defRPr sz="1650" b="1">
                <a:solidFill>
                  <a:srgbClr val="7A5CFA"/>
                </a:solidFill>
              </a:defRPr>
            </a:lvl8pPr>
            <a:lvl9pPr>
              <a:defRPr sz="1650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A5CFA"/>
                </a:solidFill>
              </a:defRPr>
            </a:pPr>
            <a:r>
              <a:rPr sz="1650" b="1">
                <a:solidFill>
                  <a:srgbClr val="7A5CFA"/>
                </a:solidFill>
              </a:rPr>
              <a:t>STREETBITE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9F6CE-F66E-4DB5-BE10-60D93FCB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715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725" b="1">
                <a:solidFill>
                  <a:srgbClr val="2B2E83"/>
                </a:solidFill>
              </a:defRPr>
            </a:defPPr>
            <a:lvl1pPr>
              <a:defRPr sz="4725" b="1">
                <a:solidFill>
                  <a:srgbClr val="2B2E83"/>
                </a:solidFill>
              </a:defRPr>
            </a:lvl1pPr>
            <a:lvl2pPr>
              <a:defRPr sz="4725" b="1">
                <a:solidFill>
                  <a:srgbClr val="2B2E83"/>
                </a:solidFill>
              </a:defRPr>
            </a:lvl2pPr>
            <a:lvl3pPr>
              <a:defRPr sz="4725" b="1">
                <a:solidFill>
                  <a:srgbClr val="2B2E83"/>
                </a:solidFill>
              </a:defRPr>
            </a:lvl3pPr>
            <a:lvl4pPr>
              <a:defRPr sz="4725" b="1">
                <a:solidFill>
                  <a:srgbClr val="2B2E83"/>
                </a:solidFill>
              </a:defRPr>
            </a:lvl4pPr>
            <a:lvl5pPr>
              <a:defRPr sz="4725" b="1">
                <a:solidFill>
                  <a:srgbClr val="2B2E83"/>
                </a:solidFill>
              </a:defRPr>
            </a:lvl5pPr>
            <a:lvl6pPr>
              <a:defRPr sz="4725" b="1">
                <a:solidFill>
                  <a:srgbClr val="2B2E83"/>
                </a:solidFill>
              </a:defRPr>
            </a:lvl6pPr>
            <a:lvl7pPr>
              <a:defRPr sz="4725" b="1">
                <a:solidFill>
                  <a:srgbClr val="2B2E83"/>
                </a:solidFill>
              </a:defRPr>
            </a:lvl7pPr>
            <a:lvl8pPr>
              <a:defRPr sz="4725" b="1">
                <a:solidFill>
                  <a:srgbClr val="2B2E83"/>
                </a:solidFill>
              </a:defRPr>
            </a:lvl8pPr>
            <a:lvl9pPr>
              <a:defRPr sz="4725" b="1">
                <a:solidFill>
                  <a:srgbClr val="2B2E83"/>
                </a:solidFill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2B2E83"/>
                </a:solidFill>
              </a:defRPr>
            </a:pPr>
            <a:r>
              <a:rPr sz="4725" b="1">
                <a:solidFill>
                  <a:srgbClr val="2B2E83"/>
                </a:solidFill>
              </a:rPr>
              <a:t>Street food</a:t>
            </a:r>
          </a:p>
          <a:p xmlns:a="http://schemas.openxmlformats.org/drawingml/2006/main">
            <a:pPr>
              <a:defRPr sz="4725" b="1">
                <a:solidFill>
                  <a:srgbClr val="2B2E83"/>
                </a:solidFill>
              </a:defRPr>
            </a:pPr>
            <a:r>
              <a:rPr sz="4725" b="1">
                <a:solidFill>
                  <a:srgbClr val="2B2E83"/>
                </a:solidFill>
              </a:rPr>
              <a:t>within 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6580-2B5C-409D-8C61-1EB0E67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D1B2D"/>
                </a:solidFill>
              </a:defRPr>
            </a:defPPr>
            <a:lvl1pPr>
              <a:defRPr sz="1875" b="0">
                <a:solidFill>
                  <a:srgbClr val="1D1B2D"/>
                </a:solidFill>
              </a:defRPr>
            </a:lvl1pPr>
            <a:lvl2pPr>
              <a:defRPr sz="1875" b="0">
                <a:solidFill>
                  <a:srgbClr val="1D1B2D"/>
                </a:solidFill>
              </a:defRPr>
            </a:lvl2pPr>
            <a:lvl3pPr>
              <a:defRPr sz="1875" b="0">
                <a:solidFill>
                  <a:srgbClr val="1D1B2D"/>
                </a:solidFill>
              </a:defRPr>
            </a:lvl3pPr>
            <a:lvl4pPr>
              <a:defRPr sz="1875" b="0">
                <a:solidFill>
                  <a:srgbClr val="1D1B2D"/>
                </a:solidFill>
              </a:defRPr>
            </a:lvl4pPr>
            <a:lvl5pPr>
              <a:defRPr sz="1875" b="0">
                <a:solidFill>
                  <a:srgbClr val="1D1B2D"/>
                </a:solidFill>
              </a:defRPr>
            </a:lvl5pPr>
            <a:lvl6pPr>
              <a:defRPr sz="1875" b="0">
                <a:solidFill>
                  <a:srgbClr val="1D1B2D"/>
                </a:solidFill>
              </a:defRPr>
            </a:lvl6pPr>
            <a:lvl7pPr>
              <a:defRPr sz="1875" b="0">
                <a:solidFill>
                  <a:srgbClr val="1D1B2D"/>
                </a:solidFill>
              </a:defRPr>
            </a:lvl7pPr>
            <a:lvl8pPr>
              <a:defRPr sz="1875" b="0">
                <a:solidFill>
                  <a:srgbClr val="1D1B2D"/>
                </a:solidFill>
              </a:defRPr>
            </a:lvl8pPr>
            <a:lvl9pPr>
              <a:defRPr sz="1875" b="0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D1B2D"/>
                </a:solidFill>
              </a:defRPr>
            </a:pPr>
            <a:r>
              <a:rPr sz="1875" b="0">
                <a:solidFill>
                  <a:srgbClr val="1D1B2D"/>
                </a:solidFill>
              </a:rPr>
              <a:t>A Flutter food ordering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CD088-96FF-4255-A906-6F4FFC5C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B2E83"/>
                </a:solidFill>
              </a:defRPr>
            </a:defPPr>
            <a:lvl1pPr>
              <a:defRPr sz="1575" b="1">
                <a:solidFill>
                  <a:srgbClr val="2B2E83"/>
                </a:solidFill>
              </a:defRPr>
            </a:lvl1pPr>
            <a:lvl2pPr>
              <a:defRPr sz="1575" b="1">
                <a:solidFill>
                  <a:srgbClr val="2B2E83"/>
                </a:solidFill>
              </a:defRPr>
            </a:lvl2pPr>
            <a:lvl3pPr>
              <a:defRPr sz="1575" b="1">
                <a:solidFill>
                  <a:srgbClr val="2B2E83"/>
                </a:solidFill>
              </a:defRPr>
            </a:lvl3pPr>
            <a:lvl4pPr>
              <a:defRPr sz="1575" b="1">
                <a:solidFill>
                  <a:srgbClr val="2B2E83"/>
                </a:solidFill>
              </a:defRPr>
            </a:lvl4pPr>
            <a:lvl5pPr>
              <a:defRPr sz="1575" b="1">
                <a:solidFill>
                  <a:srgbClr val="2B2E83"/>
                </a:solidFill>
              </a:defRPr>
            </a:lvl5pPr>
            <a:lvl6pPr>
              <a:defRPr sz="1575" b="1">
                <a:solidFill>
                  <a:srgbClr val="2B2E83"/>
                </a:solidFill>
              </a:defRPr>
            </a:lvl6pPr>
            <a:lvl7pPr>
              <a:defRPr sz="1575" b="1">
                <a:solidFill>
                  <a:srgbClr val="2B2E83"/>
                </a:solidFill>
              </a:defRPr>
            </a:lvl7pPr>
            <a:lvl8pPr>
              <a:defRPr sz="1575" b="1">
                <a:solidFill>
                  <a:srgbClr val="2B2E83"/>
                </a:solidFill>
              </a:defRPr>
            </a:lvl8pPr>
            <a:lvl9pPr>
              <a:defRPr sz="1575" b="1">
                <a:solidFill>
                  <a:srgbClr val="2B2E8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B2E83"/>
                </a:solidFill>
              </a:defRPr>
            </a:pPr>
            <a:r>
              <a:rPr sz="1575" b="1">
                <a:solidFill>
                  <a:srgbClr val="2B2E83"/>
                </a:solidFill>
              </a:rPr>
              <a:t>Presented by Basel Samer</a:t>
            </a:r>
          </a:p>
        </p:txBody>
      </p:sp>
    </p:spTree>
    <p:extLst>
      <p:ext uri="{BB962C8B-B14F-4D97-AF65-F5344CB8AC3E}">
        <p14:creationId xmlns:p14="http://schemas.microsoft.com/office/powerpoint/2010/main" val="908582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B2E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61803-2AE1-485E-8867-2DB5BA2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D2FF"/>
                </a:solidFill>
              </a:defRPr>
            </a:defPPr>
            <a:lvl1pPr>
              <a:defRPr sz="1125" b="1">
                <a:solidFill>
                  <a:srgbClr val="D9D2FF"/>
                </a:solidFill>
              </a:defRPr>
            </a:lvl1pPr>
            <a:lvl2pPr>
              <a:defRPr sz="1125" b="1">
                <a:solidFill>
                  <a:srgbClr val="D9D2FF"/>
                </a:solidFill>
              </a:defRPr>
            </a:lvl2pPr>
            <a:lvl3pPr>
              <a:defRPr sz="1125" b="1">
                <a:solidFill>
                  <a:srgbClr val="D9D2FF"/>
                </a:solidFill>
              </a:defRPr>
            </a:lvl3pPr>
            <a:lvl4pPr>
              <a:defRPr sz="1125" b="1">
                <a:solidFill>
                  <a:srgbClr val="D9D2FF"/>
                </a:solidFill>
              </a:defRPr>
            </a:lvl4pPr>
            <a:lvl5pPr>
              <a:defRPr sz="1125" b="1">
                <a:solidFill>
                  <a:srgbClr val="D9D2FF"/>
                </a:solidFill>
              </a:defRPr>
            </a:lvl5pPr>
            <a:lvl6pPr>
              <a:defRPr sz="1125" b="1">
                <a:solidFill>
                  <a:srgbClr val="D9D2FF"/>
                </a:solidFill>
              </a:defRPr>
            </a:lvl6pPr>
            <a:lvl7pPr>
              <a:defRPr sz="1125" b="1">
                <a:solidFill>
                  <a:srgbClr val="D9D2FF"/>
                </a:solidFill>
              </a:defRPr>
            </a:lvl7pPr>
            <a:lvl8pPr>
              <a:defRPr sz="1125" b="1">
                <a:solidFill>
                  <a:srgbClr val="D9D2FF"/>
                </a:solidFill>
              </a:defRPr>
            </a:lvl8pPr>
            <a:lvl9pPr>
              <a:defRPr sz="1125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D2FF"/>
                </a:solidFill>
              </a:defRPr>
            </a:pPr>
            <a:r>
              <a:rPr sz="1125" b="1">
                <a:solidFill>
                  <a:srgbClr val="D9D2FF"/>
                </a:solidFill>
              </a:rPr>
              <a:t>PROJECT DEVELOPER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23FE8-443C-4449-853F-FD37EE8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</a:defRPr>
            </a:defPPr>
            <a:lvl1pPr>
              <a:defRPr sz="3375" b="1">
                <a:solidFill>
                  <a:srgbClr val="FFFFFF"/>
                </a:solidFill>
              </a:defRPr>
            </a:lvl1pPr>
            <a:lvl2pPr>
              <a:defRPr sz="3375" b="1">
                <a:solidFill>
                  <a:srgbClr val="FFFFFF"/>
                </a:solidFill>
              </a:defRPr>
            </a:lvl2pPr>
            <a:lvl3pPr>
              <a:defRPr sz="3375" b="1">
                <a:solidFill>
                  <a:srgbClr val="FFFFFF"/>
                </a:solidFill>
              </a:defRPr>
            </a:lvl3pPr>
            <a:lvl4pPr>
              <a:defRPr sz="3375" b="1">
                <a:solidFill>
                  <a:srgbClr val="FFFFFF"/>
                </a:solidFill>
              </a:defRPr>
            </a:lvl4pPr>
            <a:lvl5pPr>
              <a:defRPr sz="3375" b="1">
                <a:solidFill>
                  <a:srgbClr val="FFFFFF"/>
                </a:solidFill>
              </a:defRPr>
            </a:lvl5pPr>
            <a:lvl6pPr>
              <a:defRPr sz="3375" b="1">
                <a:solidFill>
                  <a:srgbClr val="FFFFFF"/>
                </a:solidFill>
              </a:defRPr>
            </a:lvl6pPr>
            <a:lvl7pPr>
              <a:defRPr sz="3375" b="1">
                <a:solidFill>
                  <a:srgbClr val="FFFFFF"/>
                </a:solidFill>
              </a:defRPr>
            </a:lvl7pPr>
            <a:lvl8pPr>
              <a:defRPr sz="3375" b="1">
                <a:solidFill>
                  <a:srgbClr val="FFFFFF"/>
                </a:solidFill>
              </a:defRPr>
            </a:lvl8pPr>
            <a:lvl9pPr>
              <a:defRPr sz="33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Meet the developer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D8E87-B9D2-48C1-86D3-3D406AA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D9D2FF"/>
                </a:solidFill>
              </a:defRPr>
            </a:defPPr>
            <a:lvl1pPr>
              <a:defRPr sz="975" b="0">
                <a:solidFill>
                  <a:srgbClr val="D9D2FF"/>
                </a:solidFill>
              </a:defRPr>
            </a:lvl1pPr>
            <a:lvl2pPr>
              <a:defRPr sz="975" b="0">
                <a:solidFill>
                  <a:srgbClr val="D9D2FF"/>
                </a:solidFill>
              </a:defRPr>
            </a:lvl2pPr>
            <a:lvl3pPr>
              <a:defRPr sz="975" b="0">
                <a:solidFill>
                  <a:srgbClr val="D9D2FF"/>
                </a:solidFill>
              </a:defRPr>
            </a:lvl3pPr>
            <a:lvl4pPr>
              <a:defRPr sz="975" b="0">
                <a:solidFill>
                  <a:srgbClr val="D9D2FF"/>
                </a:solidFill>
              </a:defRPr>
            </a:lvl4pPr>
            <a:lvl5pPr>
              <a:defRPr sz="975" b="0">
                <a:solidFill>
                  <a:srgbClr val="D9D2FF"/>
                </a:solidFill>
              </a:defRPr>
            </a:lvl5pPr>
            <a:lvl6pPr>
              <a:defRPr sz="975" b="0">
                <a:solidFill>
                  <a:srgbClr val="D9D2FF"/>
                </a:solidFill>
              </a:defRPr>
            </a:lvl6pPr>
            <a:lvl7pPr>
              <a:defRPr sz="975" b="0">
                <a:solidFill>
                  <a:srgbClr val="D9D2FF"/>
                </a:solidFill>
              </a:defRPr>
            </a:lvl7pPr>
            <a:lvl8pPr>
              <a:defRPr sz="975" b="0">
                <a:solidFill>
                  <a:srgbClr val="D9D2FF"/>
                </a:solidFill>
              </a:defRPr>
            </a:lvl8pPr>
            <a:lvl9pPr>
              <a:defRPr sz="9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9D2FF"/>
                </a:solidFill>
              </a:defRPr>
            </a:pPr>
            <a:r>
              <a:rPr sz="975" b="0">
                <a:solidFill>
                  <a:srgbClr val="D9D2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83004-14AD-4B16-B6F4-3DB0672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57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FFFFFF"/>
                </a:solidFill>
              </a:defRPr>
            </a:defPPr>
            <a:lvl1pPr>
              <a:defRPr sz="6000" b="1">
                <a:solidFill>
                  <a:srgbClr val="FFFFFF"/>
                </a:solidFill>
              </a:defRPr>
            </a:lvl1pPr>
            <a:lvl2pPr>
              <a:defRPr sz="6000" b="1">
                <a:solidFill>
                  <a:srgbClr val="FFFFFF"/>
                </a:solidFill>
              </a:defRPr>
            </a:lvl2pPr>
            <a:lvl3pPr>
              <a:defRPr sz="6000" b="1">
                <a:solidFill>
                  <a:srgbClr val="FFFFFF"/>
                </a:solidFill>
              </a:defRPr>
            </a:lvl3pPr>
            <a:lvl4pPr>
              <a:defRPr sz="6000" b="1">
                <a:solidFill>
                  <a:srgbClr val="FFFFFF"/>
                </a:solidFill>
              </a:defRPr>
            </a:lvl4pPr>
            <a:lvl5pPr>
              <a:defRPr sz="6000" b="1">
                <a:solidFill>
                  <a:srgbClr val="FFFFFF"/>
                </a:solidFill>
              </a:defRPr>
            </a:lvl5pPr>
            <a:lvl6pPr>
              <a:defRPr sz="6000" b="1">
                <a:solidFill>
                  <a:srgbClr val="FFFFFF"/>
                </a:solidFill>
              </a:defRPr>
            </a:lvl6pPr>
            <a:lvl7pPr>
              <a:defRPr sz="6000" b="1">
                <a:solidFill>
                  <a:srgbClr val="FFFFFF"/>
                </a:solidFill>
              </a:defRPr>
            </a:lvl7pPr>
            <a:lvl8pPr>
              <a:defRPr sz="6000" b="1">
                <a:solidFill>
                  <a:srgbClr val="FFFFFF"/>
                </a:solidFill>
              </a:defRPr>
            </a:lvl8pPr>
            <a:lvl9pPr>
              <a:defRPr sz="6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</a:defRPr>
            </a:pPr>
            <a:r>
              <a:rPr sz="6000" b="1">
                <a:solidFill>
                  <a:srgbClr val="FFFFFF"/>
                </a:solidFill>
              </a:rPr>
              <a:t>Basel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</a:defRPr>
            </a:pPr>
            <a:r>
              <a:rPr sz="6000" b="1">
                <a:solidFill>
                  <a:srgbClr val="FFFFFF"/>
                </a:solidFill>
              </a:rPr>
              <a:t>Samer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49A63-81FD-42F7-8C7A-4BB615FA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3857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9D2FF"/>
                </a:solidFill>
              </a:defRPr>
            </a:defPPr>
            <a:lvl1pPr>
              <a:defRPr sz="1875" b="1">
                <a:solidFill>
                  <a:srgbClr val="D9D2FF"/>
                </a:solidFill>
              </a:defRPr>
            </a:lvl1pPr>
            <a:lvl2pPr>
              <a:defRPr sz="1875" b="1">
                <a:solidFill>
                  <a:srgbClr val="D9D2FF"/>
                </a:solidFill>
              </a:defRPr>
            </a:lvl2pPr>
            <a:lvl3pPr>
              <a:defRPr sz="1875" b="1">
                <a:solidFill>
                  <a:srgbClr val="D9D2FF"/>
                </a:solidFill>
              </a:defRPr>
            </a:lvl3pPr>
            <a:lvl4pPr>
              <a:defRPr sz="1875" b="1">
                <a:solidFill>
                  <a:srgbClr val="D9D2FF"/>
                </a:solidFill>
              </a:defRPr>
            </a:lvl4pPr>
            <a:lvl5pPr>
              <a:defRPr sz="1875" b="1">
                <a:solidFill>
                  <a:srgbClr val="D9D2FF"/>
                </a:solidFill>
              </a:defRPr>
            </a:lvl5pPr>
            <a:lvl6pPr>
              <a:defRPr sz="1875" b="1">
                <a:solidFill>
                  <a:srgbClr val="D9D2FF"/>
                </a:solidFill>
              </a:defRPr>
            </a:lvl6pPr>
            <a:lvl7pPr>
              <a:defRPr sz="1875" b="1">
                <a:solidFill>
                  <a:srgbClr val="D9D2FF"/>
                </a:solidFill>
              </a:defRPr>
            </a:lvl7pPr>
            <a:lvl8pPr>
              <a:defRPr sz="1875" b="1">
                <a:solidFill>
                  <a:srgbClr val="D9D2FF"/>
                </a:solidFill>
              </a:defRPr>
            </a:lvl8pPr>
            <a:lvl9pPr>
              <a:defRPr sz="1875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9D2FF"/>
                </a:solidFill>
              </a:defRPr>
            </a:pPr>
            <a:r>
              <a:rPr sz="1875" b="1">
                <a:solidFill>
                  <a:srgbClr val="D9D2FF"/>
                </a:solidFill>
              </a:rPr>
              <a:t>Flutter capstone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3D8E2-4784-4458-A3F2-B491CE0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33775"/>
            <a:ext cx="361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Designed and built StreetBite V1.0 around a clear customer journey and maintainable app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012043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4B82F-B979-4937-8625-97DDA5C3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A5CFA"/>
                </a:solidFill>
              </a:defRPr>
            </a:defPPr>
            <a:lvl1pPr>
              <a:defRPr sz="1125" b="1">
                <a:solidFill>
                  <a:srgbClr val="7A5CFA"/>
                </a:solidFill>
              </a:defRPr>
            </a:lvl1pPr>
            <a:lvl2pPr>
              <a:defRPr sz="1125" b="1">
                <a:solidFill>
                  <a:srgbClr val="7A5CFA"/>
                </a:solidFill>
              </a:defRPr>
            </a:lvl2pPr>
            <a:lvl3pPr>
              <a:defRPr sz="1125" b="1">
                <a:solidFill>
                  <a:srgbClr val="7A5CFA"/>
                </a:solidFill>
              </a:defRPr>
            </a:lvl3pPr>
            <a:lvl4pPr>
              <a:defRPr sz="1125" b="1">
                <a:solidFill>
                  <a:srgbClr val="7A5CFA"/>
                </a:solidFill>
              </a:defRPr>
            </a:lvl4pPr>
            <a:lvl5pPr>
              <a:defRPr sz="1125" b="1">
                <a:solidFill>
                  <a:srgbClr val="7A5CFA"/>
                </a:solidFill>
              </a:defRPr>
            </a:lvl5pPr>
            <a:lvl6pPr>
              <a:defRPr sz="1125" b="1">
                <a:solidFill>
                  <a:srgbClr val="7A5CFA"/>
                </a:solidFill>
              </a:defRPr>
            </a:lvl6pPr>
            <a:lvl7pPr>
              <a:defRPr sz="1125" b="1">
                <a:solidFill>
                  <a:srgbClr val="7A5CFA"/>
                </a:solidFill>
              </a:defRPr>
            </a:lvl7pPr>
            <a:lvl8pPr>
              <a:defRPr sz="1125" b="1">
                <a:solidFill>
                  <a:srgbClr val="7A5CFA"/>
                </a:solidFill>
              </a:defRPr>
            </a:lvl8pPr>
            <a:lvl9pPr>
              <a:defRPr sz="1125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5CFA"/>
                </a:solidFill>
              </a:defRPr>
            </a:pPr>
            <a:r>
              <a:rPr sz="1125" b="1">
                <a:solidFill>
                  <a:srgbClr val="7A5CFA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A0B82-4979-41AD-B90C-54D405DB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D1B2D"/>
                </a:solidFill>
              </a:defRPr>
            </a:defPPr>
            <a:lvl1pPr>
              <a:defRPr sz="3375" b="1">
                <a:solidFill>
                  <a:srgbClr val="1D1B2D"/>
                </a:solidFill>
              </a:defRPr>
            </a:lvl1pPr>
            <a:lvl2pPr>
              <a:defRPr sz="3375" b="1">
                <a:solidFill>
                  <a:srgbClr val="1D1B2D"/>
                </a:solidFill>
              </a:defRPr>
            </a:lvl2pPr>
            <a:lvl3pPr>
              <a:defRPr sz="3375" b="1">
                <a:solidFill>
                  <a:srgbClr val="1D1B2D"/>
                </a:solidFill>
              </a:defRPr>
            </a:lvl3pPr>
            <a:lvl4pPr>
              <a:defRPr sz="3375" b="1">
                <a:solidFill>
                  <a:srgbClr val="1D1B2D"/>
                </a:solidFill>
              </a:defRPr>
            </a:lvl4pPr>
            <a:lvl5pPr>
              <a:defRPr sz="3375" b="1">
                <a:solidFill>
                  <a:srgbClr val="1D1B2D"/>
                </a:solidFill>
              </a:defRPr>
            </a:lvl5pPr>
            <a:lvl6pPr>
              <a:defRPr sz="3375" b="1">
                <a:solidFill>
                  <a:srgbClr val="1D1B2D"/>
                </a:solidFill>
              </a:defRPr>
            </a:lvl6pPr>
            <a:lvl7pPr>
              <a:defRPr sz="3375" b="1">
                <a:solidFill>
                  <a:srgbClr val="1D1B2D"/>
                </a:solidFill>
              </a:defRPr>
            </a:lvl7pPr>
            <a:lvl8pPr>
              <a:defRPr sz="3375" b="1">
                <a:solidFill>
                  <a:srgbClr val="1D1B2D"/>
                </a:solidFill>
              </a:defRPr>
            </a:lvl8pPr>
            <a:lvl9pPr>
              <a:defRPr sz="3375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D1B2D"/>
                </a:solidFill>
              </a:defRPr>
            </a:pPr>
            <a:r>
              <a:rPr sz="3375" b="1">
                <a:solidFill>
                  <a:srgbClr val="1D1B2D"/>
                </a:solidFill>
              </a:rPr>
              <a:t>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9A5B8-80C9-4420-AF83-9A7B398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5B70"/>
                </a:solidFill>
              </a:defRPr>
            </a:defPPr>
            <a:lvl1pPr>
              <a:defRPr sz="975" b="0">
                <a:solidFill>
                  <a:srgbClr val="5E5B70"/>
                </a:solidFill>
              </a:defRPr>
            </a:lvl1pPr>
            <a:lvl2pPr>
              <a:defRPr sz="975" b="0">
                <a:solidFill>
                  <a:srgbClr val="5E5B70"/>
                </a:solidFill>
              </a:defRPr>
            </a:lvl2pPr>
            <a:lvl3pPr>
              <a:defRPr sz="975" b="0">
                <a:solidFill>
                  <a:srgbClr val="5E5B70"/>
                </a:solidFill>
              </a:defRPr>
            </a:lvl3pPr>
            <a:lvl4pPr>
              <a:defRPr sz="975" b="0">
                <a:solidFill>
                  <a:srgbClr val="5E5B70"/>
                </a:solidFill>
              </a:defRPr>
            </a:lvl4pPr>
            <a:lvl5pPr>
              <a:defRPr sz="975" b="0">
                <a:solidFill>
                  <a:srgbClr val="5E5B70"/>
                </a:solidFill>
              </a:defRPr>
            </a:lvl5pPr>
            <a:lvl6pPr>
              <a:defRPr sz="975" b="0">
                <a:solidFill>
                  <a:srgbClr val="5E5B70"/>
                </a:solidFill>
              </a:defRPr>
            </a:lvl6pPr>
            <a:lvl7pPr>
              <a:defRPr sz="975" b="0">
                <a:solidFill>
                  <a:srgbClr val="5E5B70"/>
                </a:solidFill>
              </a:defRPr>
            </a:lvl7pPr>
            <a:lvl8pPr>
              <a:defRPr sz="975" b="0">
                <a:solidFill>
                  <a:srgbClr val="5E5B70"/>
                </a:solidFill>
              </a:defRPr>
            </a:lvl8pPr>
            <a:lvl9pPr>
              <a:defRPr sz="97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5B70"/>
                </a:solidFill>
              </a:defRPr>
            </a:pPr>
            <a:r>
              <a:rPr sz="975" b="0">
                <a:solidFill>
                  <a:srgbClr val="5E5B7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4BBA7-E1E5-40F6-A594-40909C47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7A5CFA"/>
                </a:solidFill>
              </a:defRPr>
            </a:defPPr>
            <a:lvl1pPr>
              <a:defRPr sz="3000" b="1">
                <a:solidFill>
                  <a:srgbClr val="7A5CFA"/>
                </a:solidFill>
              </a:defRPr>
            </a:lvl1pPr>
            <a:lvl2pPr>
              <a:defRPr sz="3000" b="1">
                <a:solidFill>
                  <a:srgbClr val="7A5CFA"/>
                </a:solidFill>
              </a:defRPr>
            </a:lvl2pPr>
            <a:lvl3pPr>
              <a:defRPr sz="3000" b="1">
                <a:solidFill>
                  <a:srgbClr val="7A5CFA"/>
                </a:solidFill>
              </a:defRPr>
            </a:lvl3pPr>
            <a:lvl4pPr>
              <a:defRPr sz="3000" b="1">
                <a:solidFill>
                  <a:srgbClr val="7A5CFA"/>
                </a:solidFill>
              </a:defRPr>
            </a:lvl4pPr>
            <a:lvl5pPr>
              <a:defRPr sz="3000" b="1">
                <a:solidFill>
                  <a:srgbClr val="7A5CFA"/>
                </a:solidFill>
              </a:defRPr>
            </a:lvl5pPr>
            <a:lvl6pPr>
              <a:defRPr sz="3000" b="1">
                <a:solidFill>
                  <a:srgbClr val="7A5CFA"/>
                </a:solidFill>
              </a:defRPr>
            </a:lvl6pPr>
            <a:lvl7pPr>
              <a:defRPr sz="3000" b="1">
                <a:solidFill>
                  <a:srgbClr val="7A5CFA"/>
                </a:solidFill>
              </a:defRPr>
            </a:lvl7pPr>
            <a:lvl8pPr>
              <a:defRPr sz="3000" b="1">
                <a:solidFill>
                  <a:srgbClr val="7A5CFA"/>
                </a:solidFill>
              </a:defRPr>
            </a:lvl8pPr>
            <a:lvl9pPr>
              <a:defRPr sz="3000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7A5CFA"/>
                </a:solidFill>
              </a:defRPr>
            </a:pPr>
            <a:r>
              <a:rPr sz="3000" b="1">
                <a:solidFill>
                  <a:srgbClr val="7A5CF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EA1C2-2B5B-414F-81D7-A38811B6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288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1B2D"/>
                </a:solidFill>
              </a:defRPr>
            </a:defPPr>
            <a:lvl1pPr>
              <a:defRPr sz="1950" b="1">
                <a:solidFill>
                  <a:srgbClr val="1D1B2D"/>
                </a:solidFill>
              </a:defRPr>
            </a:lvl1pPr>
            <a:lvl2pPr>
              <a:defRPr sz="1950" b="1">
                <a:solidFill>
                  <a:srgbClr val="1D1B2D"/>
                </a:solidFill>
              </a:defRPr>
            </a:lvl2pPr>
            <a:lvl3pPr>
              <a:defRPr sz="1950" b="1">
                <a:solidFill>
                  <a:srgbClr val="1D1B2D"/>
                </a:solidFill>
              </a:defRPr>
            </a:lvl3pPr>
            <a:lvl4pPr>
              <a:defRPr sz="1950" b="1">
                <a:solidFill>
                  <a:srgbClr val="1D1B2D"/>
                </a:solidFill>
              </a:defRPr>
            </a:lvl4pPr>
            <a:lvl5pPr>
              <a:defRPr sz="1950" b="1">
                <a:solidFill>
                  <a:srgbClr val="1D1B2D"/>
                </a:solidFill>
              </a:defRPr>
            </a:lvl5pPr>
            <a:lvl6pPr>
              <a:defRPr sz="1950" b="1">
                <a:solidFill>
                  <a:srgbClr val="1D1B2D"/>
                </a:solidFill>
              </a:defRPr>
            </a:lvl6pPr>
            <a:lvl7pPr>
              <a:defRPr sz="1950" b="1">
                <a:solidFill>
                  <a:srgbClr val="1D1B2D"/>
                </a:solidFill>
              </a:defRPr>
            </a:lvl7pPr>
            <a:lvl8pPr>
              <a:defRPr sz="1950" b="1">
                <a:solidFill>
                  <a:srgbClr val="1D1B2D"/>
                </a:solidFill>
              </a:defRPr>
            </a:lvl8pPr>
            <a:lvl9pPr>
              <a:defRPr sz="195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1B2D"/>
                </a:solidFill>
              </a:defRPr>
            </a:pPr>
            <a:r>
              <a:rPr sz="1950" b="1">
                <a:solidFill>
                  <a:srgbClr val="1D1B2D"/>
                </a:solidFill>
              </a:rPr>
              <a:t>Define the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E7B2D-18CB-483C-96C7-AC520C31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95525"/>
            <a:ext cx="519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Auth, meal discovery, cart, orders, map, and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9235C-DB93-47C1-B3E2-F6FB5C30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7A5CFA"/>
                </a:solidFill>
              </a:defRPr>
            </a:defPPr>
            <a:lvl1pPr>
              <a:defRPr sz="3000" b="1">
                <a:solidFill>
                  <a:srgbClr val="7A5CFA"/>
                </a:solidFill>
              </a:defRPr>
            </a:lvl1pPr>
            <a:lvl2pPr>
              <a:defRPr sz="3000" b="1">
                <a:solidFill>
                  <a:srgbClr val="7A5CFA"/>
                </a:solidFill>
              </a:defRPr>
            </a:lvl2pPr>
            <a:lvl3pPr>
              <a:defRPr sz="3000" b="1">
                <a:solidFill>
                  <a:srgbClr val="7A5CFA"/>
                </a:solidFill>
              </a:defRPr>
            </a:lvl3pPr>
            <a:lvl4pPr>
              <a:defRPr sz="3000" b="1">
                <a:solidFill>
                  <a:srgbClr val="7A5CFA"/>
                </a:solidFill>
              </a:defRPr>
            </a:lvl4pPr>
            <a:lvl5pPr>
              <a:defRPr sz="3000" b="1">
                <a:solidFill>
                  <a:srgbClr val="7A5CFA"/>
                </a:solidFill>
              </a:defRPr>
            </a:lvl5pPr>
            <a:lvl6pPr>
              <a:defRPr sz="3000" b="1">
                <a:solidFill>
                  <a:srgbClr val="7A5CFA"/>
                </a:solidFill>
              </a:defRPr>
            </a:lvl6pPr>
            <a:lvl7pPr>
              <a:defRPr sz="3000" b="1">
                <a:solidFill>
                  <a:srgbClr val="7A5CFA"/>
                </a:solidFill>
              </a:defRPr>
            </a:lvl7pPr>
            <a:lvl8pPr>
              <a:defRPr sz="3000" b="1">
                <a:solidFill>
                  <a:srgbClr val="7A5CFA"/>
                </a:solidFill>
              </a:defRPr>
            </a:lvl8pPr>
            <a:lvl9pPr>
              <a:defRPr sz="3000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7A5CFA"/>
                </a:solidFill>
              </a:defRPr>
            </a:pPr>
            <a:r>
              <a:rPr sz="3000" b="1">
                <a:solidFill>
                  <a:srgbClr val="7A5CF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CCF91-8616-4713-B468-20A72280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992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1B2D"/>
                </a:solidFill>
              </a:defRPr>
            </a:defPPr>
            <a:lvl1pPr>
              <a:defRPr sz="1950" b="1">
                <a:solidFill>
                  <a:srgbClr val="1D1B2D"/>
                </a:solidFill>
              </a:defRPr>
            </a:lvl1pPr>
            <a:lvl2pPr>
              <a:defRPr sz="1950" b="1">
                <a:solidFill>
                  <a:srgbClr val="1D1B2D"/>
                </a:solidFill>
              </a:defRPr>
            </a:lvl2pPr>
            <a:lvl3pPr>
              <a:defRPr sz="1950" b="1">
                <a:solidFill>
                  <a:srgbClr val="1D1B2D"/>
                </a:solidFill>
              </a:defRPr>
            </a:lvl3pPr>
            <a:lvl4pPr>
              <a:defRPr sz="1950" b="1">
                <a:solidFill>
                  <a:srgbClr val="1D1B2D"/>
                </a:solidFill>
              </a:defRPr>
            </a:lvl4pPr>
            <a:lvl5pPr>
              <a:defRPr sz="1950" b="1">
                <a:solidFill>
                  <a:srgbClr val="1D1B2D"/>
                </a:solidFill>
              </a:defRPr>
            </a:lvl5pPr>
            <a:lvl6pPr>
              <a:defRPr sz="1950" b="1">
                <a:solidFill>
                  <a:srgbClr val="1D1B2D"/>
                </a:solidFill>
              </a:defRPr>
            </a:lvl6pPr>
            <a:lvl7pPr>
              <a:defRPr sz="1950" b="1">
                <a:solidFill>
                  <a:srgbClr val="1D1B2D"/>
                </a:solidFill>
              </a:defRPr>
            </a:lvl7pPr>
            <a:lvl8pPr>
              <a:defRPr sz="1950" b="1">
                <a:solidFill>
                  <a:srgbClr val="1D1B2D"/>
                </a:solidFill>
              </a:defRPr>
            </a:lvl8pPr>
            <a:lvl9pPr>
              <a:defRPr sz="195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1B2D"/>
                </a:solidFill>
              </a:defRPr>
            </a:pPr>
            <a:r>
              <a:rPr sz="1950" b="1">
                <a:solidFill>
                  <a:srgbClr val="1D1B2D"/>
                </a:solidFill>
              </a:rPr>
              <a:t>Structure the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76047-7A56-4007-9386-6436923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76600"/>
            <a:ext cx="519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Domain, data, and presentation layers with dependency injection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73160-E753-4416-A380-869B55C2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7A5CFA"/>
                </a:solidFill>
              </a:defRPr>
            </a:defPPr>
            <a:lvl1pPr>
              <a:defRPr sz="3000" b="1">
                <a:solidFill>
                  <a:srgbClr val="7A5CFA"/>
                </a:solidFill>
              </a:defRPr>
            </a:lvl1pPr>
            <a:lvl2pPr>
              <a:defRPr sz="3000" b="1">
                <a:solidFill>
                  <a:srgbClr val="7A5CFA"/>
                </a:solidFill>
              </a:defRPr>
            </a:lvl2pPr>
            <a:lvl3pPr>
              <a:defRPr sz="3000" b="1">
                <a:solidFill>
                  <a:srgbClr val="7A5CFA"/>
                </a:solidFill>
              </a:defRPr>
            </a:lvl3pPr>
            <a:lvl4pPr>
              <a:defRPr sz="3000" b="1">
                <a:solidFill>
                  <a:srgbClr val="7A5CFA"/>
                </a:solidFill>
              </a:defRPr>
            </a:lvl4pPr>
            <a:lvl5pPr>
              <a:defRPr sz="3000" b="1">
                <a:solidFill>
                  <a:srgbClr val="7A5CFA"/>
                </a:solidFill>
              </a:defRPr>
            </a:lvl5pPr>
            <a:lvl6pPr>
              <a:defRPr sz="3000" b="1">
                <a:solidFill>
                  <a:srgbClr val="7A5CFA"/>
                </a:solidFill>
              </a:defRPr>
            </a:lvl6pPr>
            <a:lvl7pPr>
              <a:defRPr sz="3000" b="1">
                <a:solidFill>
                  <a:srgbClr val="7A5CFA"/>
                </a:solidFill>
              </a:defRPr>
            </a:lvl7pPr>
            <a:lvl8pPr>
              <a:defRPr sz="3000" b="1">
                <a:solidFill>
                  <a:srgbClr val="7A5CFA"/>
                </a:solidFill>
              </a:defRPr>
            </a:lvl8pPr>
            <a:lvl9pPr>
              <a:defRPr sz="3000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7A5CFA"/>
                </a:solidFill>
              </a:defRPr>
            </a:pPr>
            <a:r>
              <a:rPr sz="3000" b="1">
                <a:solidFill>
                  <a:srgbClr val="7A5CF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20953-4D48-489C-8F9E-D7D8FF19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91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1B2D"/>
                </a:solidFill>
              </a:defRPr>
            </a:defPPr>
            <a:lvl1pPr>
              <a:defRPr sz="1950" b="1">
                <a:solidFill>
                  <a:srgbClr val="1D1B2D"/>
                </a:solidFill>
              </a:defRPr>
            </a:lvl1pPr>
            <a:lvl2pPr>
              <a:defRPr sz="1950" b="1">
                <a:solidFill>
                  <a:srgbClr val="1D1B2D"/>
                </a:solidFill>
              </a:defRPr>
            </a:lvl2pPr>
            <a:lvl3pPr>
              <a:defRPr sz="1950" b="1">
                <a:solidFill>
                  <a:srgbClr val="1D1B2D"/>
                </a:solidFill>
              </a:defRPr>
            </a:lvl3pPr>
            <a:lvl4pPr>
              <a:defRPr sz="1950" b="1">
                <a:solidFill>
                  <a:srgbClr val="1D1B2D"/>
                </a:solidFill>
              </a:defRPr>
            </a:lvl4pPr>
            <a:lvl5pPr>
              <a:defRPr sz="1950" b="1">
                <a:solidFill>
                  <a:srgbClr val="1D1B2D"/>
                </a:solidFill>
              </a:defRPr>
            </a:lvl5pPr>
            <a:lvl6pPr>
              <a:defRPr sz="1950" b="1">
                <a:solidFill>
                  <a:srgbClr val="1D1B2D"/>
                </a:solidFill>
              </a:defRPr>
            </a:lvl6pPr>
            <a:lvl7pPr>
              <a:defRPr sz="1950" b="1">
                <a:solidFill>
                  <a:srgbClr val="1D1B2D"/>
                </a:solidFill>
              </a:defRPr>
            </a:lvl7pPr>
            <a:lvl8pPr>
              <a:defRPr sz="1950" b="1">
                <a:solidFill>
                  <a:srgbClr val="1D1B2D"/>
                </a:solidFill>
              </a:defRPr>
            </a:lvl8pPr>
            <a:lvl9pPr>
              <a:defRPr sz="195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1B2D"/>
                </a:solidFill>
              </a:defRPr>
            </a:pPr>
            <a:r>
              <a:rPr sz="1950" b="1">
                <a:solidFill>
                  <a:srgbClr val="1D1B2D"/>
                </a:solidFill>
              </a:rPr>
              <a:t>Connect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89371-AB91-4EDF-894B-90B2BC07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257675"/>
            <a:ext cx="519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TheMealDB, local cache, Firebase, Maps, and device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63BA6-8441-44DA-8AFA-2480257A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7A5CFA"/>
                </a:solidFill>
              </a:defRPr>
            </a:defPPr>
            <a:lvl1pPr>
              <a:defRPr sz="3000" b="1">
                <a:solidFill>
                  <a:srgbClr val="7A5CFA"/>
                </a:solidFill>
              </a:defRPr>
            </a:lvl1pPr>
            <a:lvl2pPr>
              <a:defRPr sz="3000" b="1">
                <a:solidFill>
                  <a:srgbClr val="7A5CFA"/>
                </a:solidFill>
              </a:defRPr>
            </a:lvl2pPr>
            <a:lvl3pPr>
              <a:defRPr sz="3000" b="1">
                <a:solidFill>
                  <a:srgbClr val="7A5CFA"/>
                </a:solidFill>
              </a:defRPr>
            </a:lvl3pPr>
            <a:lvl4pPr>
              <a:defRPr sz="3000" b="1">
                <a:solidFill>
                  <a:srgbClr val="7A5CFA"/>
                </a:solidFill>
              </a:defRPr>
            </a:lvl4pPr>
            <a:lvl5pPr>
              <a:defRPr sz="3000" b="1">
                <a:solidFill>
                  <a:srgbClr val="7A5CFA"/>
                </a:solidFill>
              </a:defRPr>
            </a:lvl5pPr>
            <a:lvl6pPr>
              <a:defRPr sz="3000" b="1">
                <a:solidFill>
                  <a:srgbClr val="7A5CFA"/>
                </a:solidFill>
              </a:defRPr>
            </a:lvl6pPr>
            <a:lvl7pPr>
              <a:defRPr sz="3000" b="1">
                <a:solidFill>
                  <a:srgbClr val="7A5CFA"/>
                </a:solidFill>
              </a:defRPr>
            </a:lvl7pPr>
            <a:lvl8pPr>
              <a:defRPr sz="3000" b="1">
                <a:solidFill>
                  <a:srgbClr val="7A5CFA"/>
                </a:solidFill>
              </a:defRPr>
            </a:lvl8pPr>
            <a:lvl9pPr>
              <a:defRPr sz="3000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7A5CFA"/>
                </a:solidFill>
              </a:defRPr>
            </a:pPr>
            <a:r>
              <a:rPr sz="3000" b="1">
                <a:solidFill>
                  <a:srgbClr val="7A5CF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1178F-76FD-452B-9587-9A4925FB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720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D1B2D"/>
                </a:solidFill>
              </a:defRPr>
            </a:defPPr>
            <a:lvl1pPr>
              <a:defRPr sz="1950" b="1">
                <a:solidFill>
                  <a:srgbClr val="1D1B2D"/>
                </a:solidFill>
              </a:defRPr>
            </a:lvl1pPr>
            <a:lvl2pPr>
              <a:defRPr sz="1950" b="1">
                <a:solidFill>
                  <a:srgbClr val="1D1B2D"/>
                </a:solidFill>
              </a:defRPr>
            </a:lvl2pPr>
            <a:lvl3pPr>
              <a:defRPr sz="1950" b="1">
                <a:solidFill>
                  <a:srgbClr val="1D1B2D"/>
                </a:solidFill>
              </a:defRPr>
            </a:lvl3pPr>
            <a:lvl4pPr>
              <a:defRPr sz="1950" b="1">
                <a:solidFill>
                  <a:srgbClr val="1D1B2D"/>
                </a:solidFill>
              </a:defRPr>
            </a:lvl4pPr>
            <a:lvl5pPr>
              <a:defRPr sz="1950" b="1">
                <a:solidFill>
                  <a:srgbClr val="1D1B2D"/>
                </a:solidFill>
              </a:defRPr>
            </a:lvl5pPr>
            <a:lvl6pPr>
              <a:defRPr sz="1950" b="1">
                <a:solidFill>
                  <a:srgbClr val="1D1B2D"/>
                </a:solidFill>
              </a:defRPr>
            </a:lvl6pPr>
            <a:lvl7pPr>
              <a:defRPr sz="1950" b="1">
                <a:solidFill>
                  <a:srgbClr val="1D1B2D"/>
                </a:solidFill>
              </a:defRPr>
            </a:lvl7pPr>
            <a:lvl8pPr>
              <a:defRPr sz="1950" b="1">
                <a:solidFill>
                  <a:srgbClr val="1D1B2D"/>
                </a:solidFill>
              </a:defRPr>
            </a:lvl8pPr>
            <a:lvl9pPr>
              <a:defRPr sz="195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1B2D"/>
                </a:solidFill>
              </a:defRPr>
            </a:pPr>
            <a:r>
              <a:rPr sz="1950" b="1">
                <a:solidFill>
                  <a:srgbClr val="1D1B2D"/>
                </a:solidFill>
              </a:rPr>
              <a:t>Verify and deliver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924D5-27C7-4D72-941C-4CC09923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238750"/>
            <a:ext cx="519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Flutter tests, release APK, and Firebase beta distribution</a:t>
            </a:r>
          </a:p>
        </p:txBody>
      </p:sp>
    </p:spTree>
    <p:extLst>
      <p:ext uri="{BB962C8B-B14F-4D97-AF65-F5344CB8AC3E}">
        <p14:creationId xmlns:p14="http://schemas.microsoft.com/office/powerpoint/2010/main" val="1344290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B2E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D2F96-46B3-44B0-981D-53721E1B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D2FF"/>
                </a:solidFill>
              </a:defRPr>
            </a:defPPr>
            <a:lvl1pPr>
              <a:defRPr sz="1125" b="1">
                <a:solidFill>
                  <a:srgbClr val="D9D2FF"/>
                </a:solidFill>
              </a:defRPr>
            </a:lvl1pPr>
            <a:lvl2pPr>
              <a:defRPr sz="1125" b="1">
                <a:solidFill>
                  <a:srgbClr val="D9D2FF"/>
                </a:solidFill>
              </a:defRPr>
            </a:lvl2pPr>
            <a:lvl3pPr>
              <a:defRPr sz="1125" b="1">
                <a:solidFill>
                  <a:srgbClr val="D9D2FF"/>
                </a:solidFill>
              </a:defRPr>
            </a:lvl3pPr>
            <a:lvl4pPr>
              <a:defRPr sz="1125" b="1">
                <a:solidFill>
                  <a:srgbClr val="D9D2FF"/>
                </a:solidFill>
              </a:defRPr>
            </a:lvl4pPr>
            <a:lvl5pPr>
              <a:defRPr sz="1125" b="1">
                <a:solidFill>
                  <a:srgbClr val="D9D2FF"/>
                </a:solidFill>
              </a:defRPr>
            </a:lvl5pPr>
            <a:lvl6pPr>
              <a:defRPr sz="1125" b="1">
                <a:solidFill>
                  <a:srgbClr val="D9D2FF"/>
                </a:solidFill>
              </a:defRPr>
            </a:lvl6pPr>
            <a:lvl7pPr>
              <a:defRPr sz="1125" b="1">
                <a:solidFill>
                  <a:srgbClr val="D9D2FF"/>
                </a:solidFill>
              </a:defRPr>
            </a:lvl7pPr>
            <a:lvl8pPr>
              <a:defRPr sz="1125" b="1">
                <a:solidFill>
                  <a:srgbClr val="D9D2FF"/>
                </a:solidFill>
              </a:defRPr>
            </a:lvl8pPr>
            <a:lvl9pPr>
              <a:defRPr sz="1125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D2FF"/>
                </a:solidFill>
              </a:defRPr>
            </a:pPr>
            <a:r>
              <a:rPr sz="1125" b="1">
                <a:solidFill>
                  <a:srgbClr val="D9D2FF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A8685-A52D-421B-B102-3754B0B3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</a:defRPr>
            </a:defPPr>
            <a:lvl1pPr>
              <a:defRPr sz="3375" b="1">
                <a:solidFill>
                  <a:srgbClr val="FFFFFF"/>
                </a:solidFill>
              </a:defRPr>
            </a:lvl1pPr>
            <a:lvl2pPr>
              <a:defRPr sz="3375" b="1">
                <a:solidFill>
                  <a:srgbClr val="FFFFFF"/>
                </a:solidFill>
              </a:defRPr>
            </a:lvl2pPr>
            <a:lvl3pPr>
              <a:defRPr sz="3375" b="1">
                <a:solidFill>
                  <a:srgbClr val="FFFFFF"/>
                </a:solidFill>
              </a:defRPr>
            </a:lvl3pPr>
            <a:lvl4pPr>
              <a:defRPr sz="3375" b="1">
                <a:solidFill>
                  <a:srgbClr val="FFFFFF"/>
                </a:solidFill>
              </a:defRPr>
            </a:lvl4pPr>
            <a:lvl5pPr>
              <a:defRPr sz="3375" b="1">
                <a:solidFill>
                  <a:srgbClr val="FFFFFF"/>
                </a:solidFill>
              </a:defRPr>
            </a:lvl5pPr>
            <a:lvl6pPr>
              <a:defRPr sz="3375" b="1">
                <a:solidFill>
                  <a:srgbClr val="FFFFFF"/>
                </a:solidFill>
              </a:defRPr>
            </a:lvl6pPr>
            <a:lvl7pPr>
              <a:defRPr sz="3375" b="1">
                <a:solidFill>
                  <a:srgbClr val="FFFFFF"/>
                </a:solidFill>
              </a:defRPr>
            </a:lvl7pPr>
            <a:lvl8pPr>
              <a:defRPr sz="3375" b="1">
                <a:solidFill>
                  <a:srgbClr val="FFFFFF"/>
                </a:solidFill>
              </a:defRPr>
            </a:lvl8pPr>
            <a:lvl9pPr>
              <a:defRPr sz="33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How the app is organized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0B24D-F2B4-4E44-BF40-A618D05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D9D2FF"/>
                </a:solidFill>
              </a:defRPr>
            </a:defPPr>
            <a:lvl1pPr>
              <a:defRPr sz="975" b="0">
                <a:solidFill>
                  <a:srgbClr val="D9D2FF"/>
                </a:solidFill>
              </a:defRPr>
            </a:lvl1pPr>
            <a:lvl2pPr>
              <a:defRPr sz="975" b="0">
                <a:solidFill>
                  <a:srgbClr val="D9D2FF"/>
                </a:solidFill>
              </a:defRPr>
            </a:lvl2pPr>
            <a:lvl3pPr>
              <a:defRPr sz="975" b="0">
                <a:solidFill>
                  <a:srgbClr val="D9D2FF"/>
                </a:solidFill>
              </a:defRPr>
            </a:lvl3pPr>
            <a:lvl4pPr>
              <a:defRPr sz="975" b="0">
                <a:solidFill>
                  <a:srgbClr val="D9D2FF"/>
                </a:solidFill>
              </a:defRPr>
            </a:lvl4pPr>
            <a:lvl5pPr>
              <a:defRPr sz="975" b="0">
                <a:solidFill>
                  <a:srgbClr val="D9D2FF"/>
                </a:solidFill>
              </a:defRPr>
            </a:lvl5pPr>
            <a:lvl6pPr>
              <a:defRPr sz="975" b="0">
                <a:solidFill>
                  <a:srgbClr val="D9D2FF"/>
                </a:solidFill>
              </a:defRPr>
            </a:lvl6pPr>
            <a:lvl7pPr>
              <a:defRPr sz="975" b="0">
                <a:solidFill>
                  <a:srgbClr val="D9D2FF"/>
                </a:solidFill>
              </a:defRPr>
            </a:lvl7pPr>
            <a:lvl8pPr>
              <a:defRPr sz="975" b="0">
                <a:solidFill>
                  <a:srgbClr val="D9D2FF"/>
                </a:solidFill>
              </a:defRPr>
            </a:lvl8pPr>
            <a:lvl9pPr>
              <a:defRPr sz="9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9D2FF"/>
                </a:solidFill>
              </a:defRPr>
            </a:pPr>
            <a:r>
              <a:rPr sz="975" b="0">
                <a:solidFill>
                  <a:srgbClr val="D9D2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27043-5A2A-4E1C-9016-45737E1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AD9B-3ABB-4777-B8E8-E38F0605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2FF"/>
                </a:solidFill>
              </a:defRPr>
            </a:defPPr>
            <a:lvl1pPr>
              <a:defRPr sz="1575" b="0">
                <a:solidFill>
                  <a:srgbClr val="D9D2FF"/>
                </a:solidFill>
              </a:defRPr>
            </a:lvl1pPr>
            <a:lvl2pPr>
              <a:defRPr sz="1575" b="0">
                <a:solidFill>
                  <a:srgbClr val="D9D2FF"/>
                </a:solidFill>
              </a:defRPr>
            </a:lvl2pPr>
            <a:lvl3pPr>
              <a:defRPr sz="1575" b="0">
                <a:solidFill>
                  <a:srgbClr val="D9D2FF"/>
                </a:solidFill>
              </a:defRPr>
            </a:lvl3pPr>
            <a:lvl4pPr>
              <a:defRPr sz="1575" b="0">
                <a:solidFill>
                  <a:srgbClr val="D9D2FF"/>
                </a:solidFill>
              </a:defRPr>
            </a:lvl4pPr>
            <a:lvl5pPr>
              <a:defRPr sz="1575" b="0">
                <a:solidFill>
                  <a:srgbClr val="D9D2FF"/>
                </a:solidFill>
              </a:defRPr>
            </a:lvl5pPr>
            <a:lvl6pPr>
              <a:defRPr sz="1575" b="0">
                <a:solidFill>
                  <a:srgbClr val="D9D2FF"/>
                </a:solidFill>
              </a:defRPr>
            </a:lvl6pPr>
            <a:lvl7pPr>
              <a:defRPr sz="1575" b="0">
                <a:solidFill>
                  <a:srgbClr val="D9D2FF"/>
                </a:solidFill>
              </a:defRPr>
            </a:lvl7pPr>
            <a:lvl8pPr>
              <a:defRPr sz="1575" b="0">
                <a:solidFill>
                  <a:srgbClr val="D9D2FF"/>
                </a:solidFill>
              </a:defRPr>
            </a:lvl8pPr>
            <a:lvl9pPr>
              <a:defRPr sz="15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2FF"/>
                </a:solidFill>
              </a:defRPr>
            </a:pPr>
            <a:r>
              <a:rPr sz="1575" b="0">
                <a:solidFill>
                  <a:srgbClr val="D9D2FF"/>
                </a:solidFill>
              </a:rPr>
              <a:t>Flutter screens, widgets, and Bloc/Cubit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30AB6-0112-469B-8989-26B3813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9DB9D-3125-47D7-9703-304F8DE4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4797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2FF"/>
                </a:solidFill>
              </a:defRPr>
            </a:defPPr>
            <a:lvl1pPr>
              <a:defRPr sz="1575" b="0">
                <a:solidFill>
                  <a:srgbClr val="D9D2FF"/>
                </a:solidFill>
              </a:defRPr>
            </a:lvl1pPr>
            <a:lvl2pPr>
              <a:defRPr sz="1575" b="0">
                <a:solidFill>
                  <a:srgbClr val="D9D2FF"/>
                </a:solidFill>
              </a:defRPr>
            </a:lvl2pPr>
            <a:lvl3pPr>
              <a:defRPr sz="1575" b="0">
                <a:solidFill>
                  <a:srgbClr val="D9D2FF"/>
                </a:solidFill>
              </a:defRPr>
            </a:lvl3pPr>
            <a:lvl4pPr>
              <a:defRPr sz="1575" b="0">
                <a:solidFill>
                  <a:srgbClr val="D9D2FF"/>
                </a:solidFill>
              </a:defRPr>
            </a:lvl4pPr>
            <a:lvl5pPr>
              <a:defRPr sz="1575" b="0">
                <a:solidFill>
                  <a:srgbClr val="D9D2FF"/>
                </a:solidFill>
              </a:defRPr>
            </a:lvl5pPr>
            <a:lvl6pPr>
              <a:defRPr sz="1575" b="0">
                <a:solidFill>
                  <a:srgbClr val="D9D2FF"/>
                </a:solidFill>
              </a:defRPr>
            </a:lvl6pPr>
            <a:lvl7pPr>
              <a:defRPr sz="1575" b="0">
                <a:solidFill>
                  <a:srgbClr val="D9D2FF"/>
                </a:solidFill>
              </a:defRPr>
            </a:lvl7pPr>
            <a:lvl8pPr>
              <a:defRPr sz="1575" b="0">
                <a:solidFill>
                  <a:srgbClr val="D9D2FF"/>
                </a:solidFill>
              </a:defRPr>
            </a:lvl8pPr>
            <a:lvl9pPr>
              <a:defRPr sz="15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2FF"/>
                </a:solidFill>
              </a:defRPr>
            </a:pPr>
            <a:r>
              <a:rPr sz="1575" b="0">
                <a:solidFill>
                  <a:srgbClr val="D9D2FF"/>
                </a:solidFill>
              </a:rPr>
              <a:t>Entities, repository contracts, and use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BE0D-9D6B-4056-8203-E5FC8E9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8C320-82BD-4DC2-98A0-FB36B0C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4797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2FF"/>
                </a:solidFill>
              </a:defRPr>
            </a:defPPr>
            <a:lvl1pPr>
              <a:defRPr sz="1575" b="0">
                <a:solidFill>
                  <a:srgbClr val="D9D2FF"/>
                </a:solidFill>
              </a:defRPr>
            </a:lvl1pPr>
            <a:lvl2pPr>
              <a:defRPr sz="1575" b="0">
                <a:solidFill>
                  <a:srgbClr val="D9D2FF"/>
                </a:solidFill>
              </a:defRPr>
            </a:lvl2pPr>
            <a:lvl3pPr>
              <a:defRPr sz="1575" b="0">
                <a:solidFill>
                  <a:srgbClr val="D9D2FF"/>
                </a:solidFill>
              </a:defRPr>
            </a:lvl3pPr>
            <a:lvl4pPr>
              <a:defRPr sz="1575" b="0">
                <a:solidFill>
                  <a:srgbClr val="D9D2FF"/>
                </a:solidFill>
              </a:defRPr>
            </a:lvl4pPr>
            <a:lvl5pPr>
              <a:defRPr sz="1575" b="0">
                <a:solidFill>
                  <a:srgbClr val="D9D2FF"/>
                </a:solidFill>
              </a:defRPr>
            </a:lvl5pPr>
            <a:lvl6pPr>
              <a:defRPr sz="1575" b="0">
                <a:solidFill>
                  <a:srgbClr val="D9D2FF"/>
                </a:solidFill>
              </a:defRPr>
            </a:lvl6pPr>
            <a:lvl7pPr>
              <a:defRPr sz="1575" b="0">
                <a:solidFill>
                  <a:srgbClr val="D9D2FF"/>
                </a:solidFill>
              </a:defRPr>
            </a:lvl7pPr>
            <a:lvl8pPr>
              <a:defRPr sz="1575" b="0">
                <a:solidFill>
                  <a:srgbClr val="D9D2FF"/>
                </a:solidFill>
              </a:defRPr>
            </a:lvl8pPr>
            <a:lvl9pPr>
              <a:defRPr sz="15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2FF"/>
                </a:solidFill>
              </a:defRPr>
            </a:pPr>
            <a:r>
              <a:rPr sz="1575" b="0">
                <a:solidFill>
                  <a:srgbClr val="D9D2FF"/>
                </a:solidFill>
              </a:rPr>
              <a:t>API, Firebase, cache, maps, and device implementations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F64A7-3721-420B-82F7-A69ACD4C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09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The UI calls use cases through injected interfaces. Data services stay behind repository contracts.</a:t>
            </a:r>
          </a:p>
        </p:txBody>
      </p:sp>
    </p:spTree>
    <p:extLst>
      <p:ext uri="{BB962C8B-B14F-4D97-AF65-F5344CB8AC3E}">
        <p14:creationId xmlns:p14="http://schemas.microsoft.com/office/powerpoint/2010/main" val="1859949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55B67-5B21-47A8-BDD5-93B0AE0D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A5CFA"/>
                </a:solidFill>
              </a:defRPr>
            </a:defPPr>
            <a:lvl1pPr>
              <a:defRPr sz="1125" b="1">
                <a:solidFill>
                  <a:srgbClr val="7A5CFA"/>
                </a:solidFill>
              </a:defRPr>
            </a:lvl1pPr>
            <a:lvl2pPr>
              <a:defRPr sz="1125" b="1">
                <a:solidFill>
                  <a:srgbClr val="7A5CFA"/>
                </a:solidFill>
              </a:defRPr>
            </a:lvl2pPr>
            <a:lvl3pPr>
              <a:defRPr sz="1125" b="1">
                <a:solidFill>
                  <a:srgbClr val="7A5CFA"/>
                </a:solidFill>
              </a:defRPr>
            </a:lvl3pPr>
            <a:lvl4pPr>
              <a:defRPr sz="1125" b="1">
                <a:solidFill>
                  <a:srgbClr val="7A5CFA"/>
                </a:solidFill>
              </a:defRPr>
            </a:lvl4pPr>
            <a:lvl5pPr>
              <a:defRPr sz="1125" b="1">
                <a:solidFill>
                  <a:srgbClr val="7A5CFA"/>
                </a:solidFill>
              </a:defRPr>
            </a:lvl5pPr>
            <a:lvl6pPr>
              <a:defRPr sz="1125" b="1">
                <a:solidFill>
                  <a:srgbClr val="7A5CFA"/>
                </a:solidFill>
              </a:defRPr>
            </a:lvl6pPr>
            <a:lvl7pPr>
              <a:defRPr sz="1125" b="1">
                <a:solidFill>
                  <a:srgbClr val="7A5CFA"/>
                </a:solidFill>
              </a:defRPr>
            </a:lvl7pPr>
            <a:lvl8pPr>
              <a:defRPr sz="1125" b="1">
                <a:solidFill>
                  <a:srgbClr val="7A5CFA"/>
                </a:solidFill>
              </a:defRPr>
            </a:lvl8pPr>
            <a:lvl9pPr>
              <a:defRPr sz="1125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5CFA"/>
                </a:solidFill>
              </a:defRPr>
            </a:pPr>
            <a:r>
              <a:rPr sz="1125" b="1">
                <a:solidFill>
                  <a:srgbClr val="7A5CFA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1603F-ABE6-4065-968F-DBCD2B14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D1B2D"/>
                </a:solidFill>
              </a:defRPr>
            </a:defPPr>
            <a:lvl1pPr>
              <a:defRPr sz="3375" b="1">
                <a:solidFill>
                  <a:srgbClr val="1D1B2D"/>
                </a:solidFill>
              </a:defRPr>
            </a:lvl1pPr>
            <a:lvl2pPr>
              <a:defRPr sz="3375" b="1">
                <a:solidFill>
                  <a:srgbClr val="1D1B2D"/>
                </a:solidFill>
              </a:defRPr>
            </a:lvl2pPr>
            <a:lvl3pPr>
              <a:defRPr sz="3375" b="1">
                <a:solidFill>
                  <a:srgbClr val="1D1B2D"/>
                </a:solidFill>
              </a:defRPr>
            </a:lvl3pPr>
            <a:lvl4pPr>
              <a:defRPr sz="3375" b="1">
                <a:solidFill>
                  <a:srgbClr val="1D1B2D"/>
                </a:solidFill>
              </a:defRPr>
            </a:lvl4pPr>
            <a:lvl5pPr>
              <a:defRPr sz="3375" b="1">
                <a:solidFill>
                  <a:srgbClr val="1D1B2D"/>
                </a:solidFill>
              </a:defRPr>
            </a:lvl5pPr>
            <a:lvl6pPr>
              <a:defRPr sz="3375" b="1">
                <a:solidFill>
                  <a:srgbClr val="1D1B2D"/>
                </a:solidFill>
              </a:defRPr>
            </a:lvl6pPr>
            <a:lvl7pPr>
              <a:defRPr sz="3375" b="1">
                <a:solidFill>
                  <a:srgbClr val="1D1B2D"/>
                </a:solidFill>
              </a:defRPr>
            </a:lvl7pPr>
            <a:lvl8pPr>
              <a:defRPr sz="3375" b="1">
                <a:solidFill>
                  <a:srgbClr val="1D1B2D"/>
                </a:solidFill>
              </a:defRPr>
            </a:lvl8pPr>
            <a:lvl9pPr>
              <a:defRPr sz="3375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D1B2D"/>
                </a:solidFill>
              </a:defRPr>
            </a:pPr>
            <a:r>
              <a:rPr sz="3375" b="1">
                <a:solidFill>
                  <a:srgbClr val="1D1B2D"/>
                </a:solidFill>
              </a:rPr>
              <a:t>Discover meals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9FCF2-ED12-4CC3-8284-3FBBA69C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5B70"/>
                </a:solidFill>
              </a:defRPr>
            </a:defPPr>
            <a:lvl1pPr>
              <a:defRPr sz="975" b="0">
                <a:solidFill>
                  <a:srgbClr val="5E5B70"/>
                </a:solidFill>
              </a:defRPr>
            </a:lvl1pPr>
            <a:lvl2pPr>
              <a:defRPr sz="975" b="0">
                <a:solidFill>
                  <a:srgbClr val="5E5B70"/>
                </a:solidFill>
              </a:defRPr>
            </a:lvl2pPr>
            <a:lvl3pPr>
              <a:defRPr sz="975" b="0">
                <a:solidFill>
                  <a:srgbClr val="5E5B70"/>
                </a:solidFill>
              </a:defRPr>
            </a:lvl3pPr>
            <a:lvl4pPr>
              <a:defRPr sz="975" b="0">
                <a:solidFill>
                  <a:srgbClr val="5E5B70"/>
                </a:solidFill>
              </a:defRPr>
            </a:lvl4pPr>
            <a:lvl5pPr>
              <a:defRPr sz="975" b="0">
                <a:solidFill>
                  <a:srgbClr val="5E5B70"/>
                </a:solidFill>
              </a:defRPr>
            </a:lvl5pPr>
            <a:lvl6pPr>
              <a:defRPr sz="975" b="0">
                <a:solidFill>
                  <a:srgbClr val="5E5B70"/>
                </a:solidFill>
              </a:defRPr>
            </a:lvl6pPr>
            <a:lvl7pPr>
              <a:defRPr sz="975" b="0">
                <a:solidFill>
                  <a:srgbClr val="5E5B70"/>
                </a:solidFill>
              </a:defRPr>
            </a:lvl7pPr>
            <a:lvl8pPr>
              <a:defRPr sz="975" b="0">
                <a:solidFill>
                  <a:srgbClr val="5E5B70"/>
                </a:solidFill>
              </a:defRPr>
            </a:lvl8pPr>
            <a:lvl9pPr>
              <a:defRPr sz="97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5B70"/>
                </a:solidFill>
              </a:defRPr>
            </a:pPr>
            <a:r>
              <a:rPr sz="975" b="0">
                <a:solidFill>
                  <a:srgbClr val="5E5B7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02FDE-6704-481D-A315-DF25F59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A5CFA"/>
                </a:solidFill>
              </a:defRPr>
            </a:defPPr>
            <a:lvl1pPr>
              <a:defRPr sz="1350" b="1">
                <a:solidFill>
                  <a:srgbClr val="7A5CFA"/>
                </a:solidFill>
              </a:defRPr>
            </a:lvl1pPr>
            <a:lvl2pPr>
              <a:defRPr sz="1350" b="1">
                <a:solidFill>
                  <a:srgbClr val="7A5CFA"/>
                </a:solidFill>
              </a:defRPr>
            </a:lvl2pPr>
            <a:lvl3pPr>
              <a:defRPr sz="1350" b="1">
                <a:solidFill>
                  <a:srgbClr val="7A5CFA"/>
                </a:solidFill>
              </a:defRPr>
            </a:lvl3pPr>
            <a:lvl4pPr>
              <a:defRPr sz="1350" b="1">
                <a:solidFill>
                  <a:srgbClr val="7A5CFA"/>
                </a:solidFill>
              </a:defRPr>
            </a:lvl4pPr>
            <a:lvl5pPr>
              <a:defRPr sz="1350" b="1">
                <a:solidFill>
                  <a:srgbClr val="7A5CFA"/>
                </a:solidFill>
              </a:defRPr>
            </a:lvl5pPr>
            <a:lvl6pPr>
              <a:defRPr sz="1350" b="1">
                <a:solidFill>
                  <a:srgbClr val="7A5CFA"/>
                </a:solidFill>
              </a:defRPr>
            </a:lvl6pPr>
            <a:lvl7pPr>
              <a:defRPr sz="1350" b="1">
                <a:solidFill>
                  <a:srgbClr val="7A5CFA"/>
                </a:solidFill>
              </a:defRPr>
            </a:lvl7pPr>
            <a:lvl8pPr>
              <a:defRPr sz="1350" b="1">
                <a:solidFill>
                  <a:srgbClr val="7A5CFA"/>
                </a:solidFill>
              </a:defRPr>
            </a:lvl8pPr>
            <a:lvl9pPr>
              <a:defRPr sz="1350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A5CFA"/>
                </a:solidFill>
              </a:defRPr>
            </a:pPr>
            <a:r>
              <a:rPr sz="1350" b="1">
                <a:solidFill>
                  <a:srgbClr val="7A5CFA"/>
                </a:solidFill>
              </a:rPr>
              <a:t>LIVE MENU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8B11E-C3BF-45A1-9686-0FEA9F8D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D1B2D"/>
                </a:solidFill>
              </a:defRPr>
            </a:defPPr>
            <a:lvl1pPr>
              <a:defRPr sz="2325" b="1">
                <a:solidFill>
                  <a:srgbClr val="1D1B2D"/>
                </a:solidFill>
              </a:defRPr>
            </a:lvl1pPr>
            <a:lvl2pPr>
              <a:defRPr sz="2325" b="1">
                <a:solidFill>
                  <a:srgbClr val="1D1B2D"/>
                </a:solidFill>
              </a:defRPr>
            </a:lvl2pPr>
            <a:lvl3pPr>
              <a:defRPr sz="2325" b="1">
                <a:solidFill>
                  <a:srgbClr val="1D1B2D"/>
                </a:solidFill>
              </a:defRPr>
            </a:lvl3pPr>
            <a:lvl4pPr>
              <a:defRPr sz="2325" b="1">
                <a:solidFill>
                  <a:srgbClr val="1D1B2D"/>
                </a:solidFill>
              </a:defRPr>
            </a:lvl4pPr>
            <a:lvl5pPr>
              <a:defRPr sz="2325" b="1">
                <a:solidFill>
                  <a:srgbClr val="1D1B2D"/>
                </a:solidFill>
              </a:defRPr>
            </a:lvl5pPr>
            <a:lvl6pPr>
              <a:defRPr sz="2325" b="1">
                <a:solidFill>
                  <a:srgbClr val="1D1B2D"/>
                </a:solidFill>
              </a:defRPr>
            </a:lvl6pPr>
            <a:lvl7pPr>
              <a:defRPr sz="2325" b="1">
                <a:solidFill>
                  <a:srgbClr val="1D1B2D"/>
                </a:solidFill>
              </a:defRPr>
            </a:lvl7pPr>
            <a:lvl8pPr>
              <a:defRPr sz="2325" b="1">
                <a:solidFill>
                  <a:srgbClr val="1D1B2D"/>
                </a:solidFill>
              </a:defRPr>
            </a:lvl8pPr>
            <a:lvl9pPr>
              <a:defRPr sz="2325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D1B2D"/>
                </a:solidFill>
              </a:defRPr>
            </a:pPr>
            <a:r>
              <a:rPr sz="2325" b="1">
                <a:solidFill>
                  <a:srgbClr val="1D1B2D"/>
                </a:solidFill>
              </a:rPr>
              <a:t>TheMealDB supplies meal names, images, categories, and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F82E2-9654-427B-974E-09E446A8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1B2D"/>
                </a:solidFill>
              </a:defRPr>
            </a:defPPr>
            <a:lvl1pPr>
              <a:defRPr sz="1800" b="1">
                <a:solidFill>
                  <a:srgbClr val="1D1B2D"/>
                </a:solidFill>
              </a:defRPr>
            </a:lvl1pPr>
            <a:lvl2pPr>
              <a:defRPr sz="1800" b="1">
                <a:solidFill>
                  <a:srgbClr val="1D1B2D"/>
                </a:solidFill>
              </a:defRPr>
            </a:lvl2pPr>
            <a:lvl3pPr>
              <a:defRPr sz="1800" b="1">
                <a:solidFill>
                  <a:srgbClr val="1D1B2D"/>
                </a:solidFill>
              </a:defRPr>
            </a:lvl3pPr>
            <a:lvl4pPr>
              <a:defRPr sz="1800" b="1">
                <a:solidFill>
                  <a:srgbClr val="1D1B2D"/>
                </a:solidFill>
              </a:defRPr>
            </a:lvl4pPr>
            <a:lvl5pPr>
              <a:defRPr sz="1800" b="1">
                <a:solidFill>
                  <a:srgbClr val="1D1B2D"/>
                </a:solidFill>
              </a:defRPr>
            </a:lvl5pPr>
            <a:lvl6pPr>
              <a:defRPr sz="1800" b="1">
                <a:solidFill>
                  <a:srgbClr val="1D1B2D"/>
                </a:solidFill>
              </a:defRPr>
            </a:lvl6pPr>
            <a:lvl7pPr>
              <a:defRPr sz="1800" b="1">
                <a:solidFill>
                  <a:srgbClr val="1D1B2D"/>
                </a:solidFill>
              </a:defRPr>
            </a:lvl7pPr>
            <a:lvl8pPr>
              <a:defRPr sz="1800" b="1">
                <a:solidFill>
                  <a:srgbClr val="1D1B2D"/>
                </a:solidFill>
              </a:defRPr>
            </a:lvl8pPr>
            <a:lvl9pPr>
              <a:defRPr sz="180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1B2D"/>
                </a:solidFill>
              </a:defRPr>
            </a:pPr>
            <a:r>
              <a:rPr sz="1800" b="1">
                <a:solidFill>
                  <a:srgbClr val="1D1B2D"/>
                </a:solidFill>
              </a:rPr>
              <a:t>Featured meals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705AC-083F-4857-9DB7-E0D81A34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57475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A swipeable banner highlights menu items.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50BF0-3354-477A-BD24-90B8D7A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1B2D"/>
                </a:solidFill>
              </a:defRPr>
            </a:defPPr>
            <a:lvl1pPr>
              <a:defRPr sz="1800" b="1">
                <a:solidFill>
                  <a:srgbClr val="1D1B2D"/>
                </a:solidFill>
              </a:defRPr>
            </a:lvl1pPr>
            <a:lvl2pPr>
              <a:defRPr sz="1800" b="1">
                <a:solidFill>
                  <a:srgbClr val="1D1B2D"/>
                </a:solidFill>
              </a:defRPr>
            </a:lvl2pPr>
            <a:lvl3pPr>
              <a:defRPr sz="1800" b="1">
                <a:solidFill>
                  <a:srgbClr val="1D1B2D"/>
                </a:solidFill>
              </a:defRPr>
            </a:lvl3pPr>
            <a:lvl4pPr>
              <a:defRPr sz="1800" b="1">
                <a:solidFill>
                  <a:srgbClr val="1D1B2D"/>
                </a:solidFill>
              </a:defRPr>
            </a:lvl4pPr>
            <a:lvl5pPr>
              <a:defRPr sz="1800" b="1">
                <a:solidFill>
                  <a:srgbClr val="1D1B2D"/>
                </a:solidFill>
              </a:defRPr>
            </a:lvl5pPr>
            <a:lvl6pPr>
              <a:defRPr sz="1800" b="1">
                <a:solidFill>
                  <a:srgbClr val="1D1B2D"/>
                </a:solidFill>
              </a:defRPr>
            </a:lvl6pPr>
            <a:lvl7pPr>
              <a:defRPr sz="1800" b="1">
                <a:solidFill>
                  <a:srgbClr val="1D1B2D"/>
                </a:solidFill>
              </a:defRPr>
            </a:lvl7pPr>
            <a:lvl8pPr>
              <a:defRPr sz="1800" b="1">
                <a:solidFill>
                  <a:srgbClr val="1D1B2D"/>
                </a:solidFill>
              </a:defRPr>
            </a:lvl8pPr>
            <a:lvl9pPr>
              <a:defRPr sz="180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1B2D"/>
                </a:solidFill>
              </a:defRPr>
            </a:pPr>
            <a:r>
              <a:rPr sz="1800" b="1">
                <a:solidFill>
                  <a:srgbClr val="1D1B2D"/>
                </a:solidFill>
              </a:rPr>
              <a:t>Hot offers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64688-6CB4-448E-89CE-582E6383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29100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A horizontal list keeps five meals in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78FFB-6B9C-41FC-BB28-98456C43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E5B70"/>
                </a:solidFill>
              </a:defRPr>
            </a:defPPr>
            <a:lvl1pPr>
              <a:defRPr sz="1575" b="0">
                <a:solidFill>
                  <a:srgbClr val="5E5B70"/>
                </a:solidFill>
              </a:defRPr>
            </a:lvl1pPr>
            <a:lvl2pPr>
              <a:defRPr sz="1575" b="0">
                <a:solidFill>
                  <a:srgbClr val="5E5B70"/>
                </a:solidFill>
              </a:defRPr>
            </a:lvl2pPr>
            <a:lvl3pPr>
              <a:defRPr sz="1575" b="0">
                <a:solidFill>
                  <a:srgbClr val="5E5B70"/>
                </a:solidFill>
              </a:defRPr>
            </a:lvl3pPr>
            <a:lvl4pPr>
              <a:defRPr sz="1575" b="0">
                <a:solidFill>
                  <a:srgbClr val="5E5B70"/>
                </a:solidFill>
              </a:defRPr>
            </a:lvl4pPr>
            <a:lvl5pPr>
              <a:defRPr sz="1575" b="0">
                <a:solidFill>
                  <a:srgbClr val="5E5B70"/>
                </a:solidFill>
              </a:defRPr>
            </a:lvl5pPr>
            <a:lvl6pPr>
              <a:defRPr sz="1575" b="0">
                <a:solidFill>
                  <a:srgbClr val="5E5B70"/>
                </a:solidFill>
              </a:defRPr>
            </a:lvl6pPr>
            <a:lvl7pPr>
              <a:defRPr sz="1575" b="0">
                <a:solidFill>
                  <a:srgbClr val="5E5B70"/>
                </a:solidFill>
              </a:defRPr>
            </a:lvl7pPr>
            <a:lvl8pPr>
              <a:defRPr sz="1575" b="0">
                <a:solidFill>
                  <a:srgbClr val="5E5B70"/>
                </a:solidFill>
              </a:defRPr>
            </a:lvl8pPr>
            <a:lvl9pPr>
              <a:defRPr sz="157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E5B70"/>
                </a:solidFill>
              </a:defRPr>
            </a:pPr>
            <a:r>
              <a:rPr sz="1575" b="0">
                <a:solidFill>
                  <a:srgbClr val="5E5B70"/>
                </a:solidFill>
              </a:rPr>
              <a:t>The latest successful menu is cached for later app launches.</a:t>
            </a:r>
          </a:p>
        </p:txBody>
      </p:sp>
    </p:spTree>
    <p:extLst>
      <p:ext uri="{BB962C8B-B14F-4D97-AF65-F5344CB8AC3E}">
        <p14:creationId xmlns:p14="http://schemas.microsoft.com/office/powerpoint/2010/main" val="1835480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B2E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FDBF5-7E06-49BA-B27E-61A9C71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D2FF"/>
                </a:solidFill>
              </a:defRPr>
            </a:defPPr>
            <a:lvl1pPr>
              <a:defRPr sz="1125" b="1">
                <a:solidFill>
                  <a:srgbClr val="D9D2FF"/>
                </a:solidFill>
              </a:defRPr>
            </a:lvl1pPr>
            <a:lvl2pPr>
              <a:defRPr sz="1125" b="1">
                <a:solidFill>
                  <a:srgbClr val="D9D2FF"/>
                </a:solidFill>
              </a:defRPr>
            </a:lvl2pPr>
            <a:lvl3pPr>
              <a:defRPr sz="1125" b="1">
                <a:solidFill>
                  <a:srgbClr val="D9D2FF"/>
                </a:solidFill>
              </a:defRPr>
            </a:lvl3pPr>
            <a:lvl4pPr>
              <a:defRPr sz="1125" b="1">
                <a:solidFill>
                  <a:srgbClr val="D9D2FF"/>
                </a:solidFill>
              </a:defRPr>
            </a:lvl4pPr>
            <a:lvl5pPr>
              <a:defRPr sz="1125" b="1">
                <a:solidFill>
                  <a:srgbClr val="D9D2FF"/>
                </a:solidFill>
              </a:defRPr>
            </a:lvl5pPr>
            <a:lvl6pPr>
              <a:defRPr sz="1125" b="1">
                <a:solidFill>
                  <a:srgbClr val="D9D2FF"/>
                </a:solidFill>
              </a:defRPr>
            </a:lvl6pPr>
            <a:lvl7pPr>
              <a:defRPr sz="1125" b="1">
                <a:solidFill>
                  <a:srgbClr val="D9D2FF"/>
                </a:solidFill>
              </a:defRPr>
            </a:lvl7pPr>
            <a:lvl8pPr>
              <a:defRPr sz="1125" b="1">
                <a:solidFill>
                  <a:srgbClr val="D9D2FF"/>
                </a:solidFill>
              </a:defRPr>
            </a:lvl8pPr>
            <a:lvl9pPr>
              <a:defRPr sz="1125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D2FF"/>
                </a:solidFill>
              </a:defRPr>
            </a:pPr>
            <a:r>
              <a:rPr sz="1125" b="1">
                <a:solidFill>
                  <a:srgbClr val="D9D2FF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516D9-F8BE-492D-BBB1-A1FC7153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</a:defRPr>
            </a:defPPr>
            <a:lvl1pPr>
              <a:defRPr sz="3375" b="1">
                <a:solidFill>
                  <a:srgbClr val="FFFFFF"/>
                </a:solidFill>
              </a:defRPr>
            </a:lvl1pPr>
            <a:lvl2pPr>
              <a:defRPr sz="3375" b="1">
                <a:solidFill>
                  <a:srgbClr val="FFFFFF"/>
                </a:solidFill>
              </a:defRPr>
            </a:lvl2pPr>
            <a:lvl3pPr>
              <a:defRPr sz="3375" b="1">
                <a:solidFill>
                  <a:srgbClr val="FFFFFF"/>
                </a:solidFill>
              </a:defRPr>
            </a:lvl3pPr>
            <a:lvl4pPr>
              <a:defRPr sz="3375" b="1">
                <a:solidFill>
                  <a:srgbClr val="FFFFFF"/>
                </a:solidFill>
              </a:defRPr>
            </a:lvl4pPr>
            <a:lvl5pPr>
              <a:defRPr sz="3375" b="1">
                <a:solidFill>
                  <a:srgbClr val="FFFFFF"/>
                </a:solidFill>
              </a:defRPr>
            </a:lvl5pPr>
            <a:lvl6pPr>
              <a:defRPr sz="3375" b="1">
                <a:solidFill>
                  <a:srgbClr val="FFFFFF"/>
                </a:solidFill>
              </a:defRPr>
            </a:lvl6pPr>
            <a:lvl7pPr>
              <a:defRPr sz="3375" b="1">
                <a:solidFill>
                  <a:srgbClr val="FFFFFF"/>
                </a:solidFill>
              </a:defRPr>
            </a:lvl7pPr>
            <a:lvl8pPr>
              <a:defRPr sz="3375" b="1">
                <a:solidFill>
                  <a:srgbClr val="FFFFFF"/>
                </a:solidFill>
              </a:defRPr>
            </a:lvl8pPr>
            <a:lvl9pPr>
              <a:defRPr sz="33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Choose, order,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84EC8-05FB-4332-8526-F412FE4C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D9D2FF"/>
                </a:solidFill>
              </a:defRPr>
            </a:defPPr>
            <a:lvl1pPr>
              <a:defRPr sz="975" b="0">
                <a:solidFill>
                  <a:srgbClr val="D9D2FF"/>
                </a:solidFill>
              </a:defRPr>
            </a:lvl1pPr>
            <a:lvl2pPr>
              <a:defRPr sz="975" b="0">
                <a:solidFill>
                  <a:srgbClr val="D9D2FF"/>
                </a:solidFill>
              </a:defRPr>
            </a:lvl2pPr>
            <a:lvl3pPr>
              <a:defRPr sz="975" b="0">
                <a:solidFill>
                  <a:srgbClr val="D9D2FF"/>
                </a:solidFill>
              </a:defRPr>
            </a:lvl3pPr>
            <a:lvl4pPr>
              <a:defRPr sz="975" b="0">
                <a:solidFill>
                  <a:srgbClr val="D9D2FF"/>
                </a:solidFill>
              </a:defRPr>
            </a:lvl4pPr>
            <a:lvl5pPr>
              <a:defRPr sz="975" b="0">
                <a:solidFill>
                  <a:srgbClr val="D9D2FF"/>
                </a:solidFill>
              </a:defRPr>
            </a:lvl5pPr>
            <a:lvl6pPr>
              <a:defRPr sz="975" b="0">
                <a:solidFill>
                  <a:srgbClr val="D9D2FF"/>
                </a:solidFill>
              </a:defRPr>
            </a:lvl6pPr>
            <a:lvl7pPr>
              <a:defRPr sz="975" b="0">
                <a:solidFill>
                  <a:srgbClr val="D9D2FF"/>
                </a:solidFill>
              </a:defRPr>
            </a:lvl7pPr>
            <a:lvl8pPr>
              <a:defRPr sz="975" b="0">
                <a:solidFill>
                  <a:srgbClr val="D9D2FF"/>
                </a:solidFill>
              </a:defRPr>
            </a:lvl8pPr>
            <a:lvl9pPr>
              <a:defRPr sz="9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9D2FF"/>
                </a:solidFill>
              </a:defRPr>
            </a:pPr>
            <a:r>
              <a:rPr sz="975" b="0">
                <a:solidFill>
                  <a:srgbClr val="D9D2F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D97DF-772A-4054-B651-FFF4C9D4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9D2FF"/>
                </a:solidFill>
              </a:defRPr>
            </a:defPPr>
            <a:lvl1pPr>
              <a:defRPr sz="3150" b="1">
                <a:solidFill>
                  <a:srgbClr val="D9D2FF"/>
                </a:solidFill>
              </a:defRPr>
            </a:lvl1pPr>
            <a:lvl2pPr>
              <a:defRPr sz="3150" b="1">
                <a:solidFill>
                  <a:srgbClr val="D9D2FF"/>
                </a:solidFill>
              </a:defRPr>
            </a:lvl2pPr>
            <a:lvl3pPr>
              <a:defRPr sz="3150" b="1">
                <a:solidFill>
                  <a:srgbClr val="D9D2FF"/>
                </a:solidFill>
              </a:defRPr>
            </a:lvl3pPr>
            <a:lvl4pPr>
              <a:defRPr sz="3150" b="1">
                <a:solidFill>
                  <a:srgbClr val="D9D2FF"/>
                </a:solidFill>
              </a:defRPr>
            </a:lvl4pPr>
            <a:lvl5pPr>
              <a:defRPr sz="3150" b="1">
                <a:solidFill>
                  <a:srgbClr val="D9D2FF"/>
                </a:solidFill>
              </a:defRPr>
            </a:lvl5pPr>
            <a:lvl6pPr>
              <a:defRPr sz="3150" b="1">
                <a:solidFill>
                  <a:srgbClr val="D9D2FF"/>
                </a:solidFill>
              </a:defRPr>
            </a:lvl6pPr>
            <a:lvl7pPr>
              <a:defRPr sz="3150" b="1">
                <a:solidFill>
                  <a:srgbClr val="D9D2FF"/>
                </a:solidFill>
              </a:defRPr>
            </a:lvl7pPr>
            <a:lvl8pPr>
              <a:defRPr sz="3150" b="1">
                <a:solidFill>
                  <a:srgbClr val="D9D2FF"/>
                </a:solidFill>
              </a:defRPr>
            </a:lvl8pPr>
            <a:lvl9pPr>
              <a:defRPr sz="3150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D2FF"/>
                </a:solidFill>
              </a:defRPr>
            </a:pPr>
            <a:r>
              <a:rPr sz="3150" b="1">
                <a:solidFill>
                  <a:srgbClr val="D9D2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3911E-0D6C-4F38-8DCC-85C39CD5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Choose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2A817-D21A-4100-B2AD-0AA206C5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28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9D2FF"/>
                </a:solidFill>
              </a:defRPr>
            </a:defPPr>
            <a:lvl1pPr>
              <a:defRPr sz="1500" b="0">
                <a:solidFill>
                  <a:srgbClr val="D9D2FF"/>
                </a:solidFill>
              </a:defRPr>
            </a:lvl1pPr>
            <a:lvl2pPr>
              <a:defRPr sz="1500" b="0">
                <a:solidFill>
                  <a:srgbClr val="D9D2FF"/>
                </a:solidFill>
              </a:defRPr>
            </a:lvl2pPr>
            <a:lvl3pPr>
              <a:defRPr sz="1500" b="0">
                <a:solidFill>
                  <a:srgbClr val="D9D2FF"/>
                </a:solidFill>
              </a:defRPr>
            </a:lvl3pPr>
            <a:lvl4pPr>
              <a:defRPr sz="1500" b="0">
                <a:solidFill>
                  <a:srgbClr val="D9D2FF"/>
                </a:solidFill>
              </a:defRPr>
            </a:lvl4pPr>
            <a:lvl5pPr>
              <a:defRPr sz="1500" b="0">
                <a:solidFill>
                  <a:srgbClr val="D9D2FF"/>
                </a:solidFill>
              </a:defRPr>
            </a:lvl5pPr>
            <a:lvl6pPr>
              <a:defRPr sz="1500" b="0">
                <a:solidFill>
                  <a:srgbClr val="D9D2FF"/>
                </a:solidFill>
              </a:defRPr>
            </a:lvl6pPr>
            <a:lvl7pPr>
              <a:defRPr sz="1500" b="0">
                <a:solidFill>
                  <a:srgbClr val="D9D2FF"/>
                </a:solidFill>
              </a:defRPr>
            </a:lvl7pPr>
            <a:lvl8pPr>
              <a:defRPr sz="1500" b="0">
                <a:solidFill>
                  <a:srgbClr val="D9D2FF"/>
                </a:solidFill>
              </a:defRPr>
            </a:lvl8pPr>
            <a:lvl9pPr>
              <a:defRPr sz="1500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9D2FF"/>
                </a:solidFill>
              </a:defRPr>
            </a:pPr>
            <a:r>
              <a:rPr sz="1500" b="0">
                <a:solidFill>
                  <a:srgbClr val="D9D2FF"/>
                </a:solidFill>
              </a:rPr>
              <a:t>Open meal details and save favourites.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932F4-7770-4DE7-B598-AC8026D1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9D2FF"/>
                </a:solidFill>
              </a:defRPr>
            </a:defPPr>
            <a:lvl1pPr>
              <a:defRPr sz="3150" b="1">
                <a:solidFill>
                  <a:srgbClr val="D9D2FF"/>
                </a:solidFill>
              </a:defRPr>
            </a:lvl1pPr>
            <a:lvl2pPr>
              <a:defRPr sz="3150" b="1">
                <a:solidFill>
                  <a:srgbClr val="D9D2FF"/>
                </a:solidFill>
              </a:defRPr>
            </a:lvl2pPr>
            <a:lvl3pPr>
              <a:defRPr sz="3150" b="1">
                <a:solidFill>
                  <a:srgbClr val="D9D2FF"/>
                </a:solidFill>
              </a:defRPr>
            </a:lvl3pPr>
            <a:lvl4pPr>
              <a:defRPr sz="3150" b="1">
                <a:solidFill>
                  <a:srgbClr val="D9D2FF"/>
                </a:solidFill>
              </a:defRPr>
            </a:lvl4pPr>
            <a:lvl5pPr>
              <a:defRPr sz="3150" b="1">
                <a:solidFill>
                  <a:srgbClr val="D9D2FF"/>
                </a:solidFill>
              </a:defRPr>
            </a:lvl5pPr>
            <a:lvl6pPr>
              <a:defRPr sz="3150" b="1">
                <a:solidFill>
                  <a:srgbClr val="D9D2FF"/>
                </a:solidFill>
              </a:defRPr>
            </a:lvl6pPr>
            <a:lvl7pPr>
              <a:defRPr sz="3150" b="1">
                <a:solidFill>
                  <a:srgbClr val="D9D2FF"/>
                </a:solidFill>
              </a:defRPr>
            </a:lvl7pPr>
            <a:lvl8pPr>
              <a:defRPr sz="3150" b="1">
                <a:solidFill>
                  <a:srgbClr val="D9D2FF"/>
                </a:solidFill>
              </a:defRPr>
            </a:lvl8pPr>
            <a:lvl9pPr>
              <a:defRPr sz="3150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D2FF"/>
                </a:solidFill>
              </a:defRPr>
            </a:pPr>
            <a:r>
              <a:rPr sz="3150" b="1">
                <a:solidFill>
                  <a:srgbClr val="D9D2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FA1F9-19CC-48BE-ABAA-945EDD94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575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33DF7-ABC0-48FD-ACA6-89D43D8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48075"/>
            <a:ext cx="228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9D2FF"/>
                </a:solidFill>
              </a:defRPr>
            </a:defPPr>
            <a:lvl1pPr>
              <a:defRPr sz="1500" b="0">
                <a:solidFill>
                  <a:srgbClr val="D9D2FF"/>
                </a:solidFill>
              </a:defRPr>
            </a:lvl1pPr>
            <a:lvl2pPr>
              <a:defRPr sz="1500" b="0">
                <a:solidFill>
                  <a:srgbClr val="D9D2FF"/>
                </a:solidFill>
              </a:defRPr>
            </a:lvl2pPr>
            <a:lvl3pPr>
              <a:defRPr sz="1500" b="0">
                <a:solidFill>
                  <a:srgbClr val="D9D2FF"/>
                </a:solidFill>
              </a:defRPr>
            </a:lvl3pPr>
            <a:lvl4pPr>
              <a:defRPr sz="1500" b="0">
                <a:solidFill>
                  <a:srgbClr val="D9D2FF"/>
                </a:solidFill>
              </a:defRPr>
            </a:lvl4pPr>
            <a:lvl5pPr>
              <a:defRPr sz="1500" b="0">
                <a:solidFill>
                  <a:srgbClr val="D9D2FF"/>
                </a:solidFill>
              </a:defRPr>
            </a:lvl5pPr>
            <a:lvl6pPr>
              <a:defRPr sz="1500" b="0">
                <a:solidFill>
                  <a:srgbClr val="D9D2FF"/>
                </a:solidFill>
              </a:defRPr>
            </a:lvl6pPr>
            <a:lvl7pPr>
              <a:defRPr sz="1500" b="0">
                <a:solidFill>
                  <a:srgbClr val="D9D2FF"/>
                </a:solidFill>
              </a:defRPr>
            </a:lvl7pPr>
            <a:lvl8pPr>
              <a:defRPr sz="1500" b="0">
                <a:solidFill>
                  <a:srgbClr val="D9D2FF"/>
                </a:solidFill>
              </a:defRPr>
            </a:lvl8pPr>
            <a:lvl9pPr>
              <a:defRPr sz="1500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9D2FF"/>
                </a:solidFill>
              </a:defRPr>
            </a:pPr>
            <a:r>
              <a:rPr sz="1500" b="0">
                <a:solidFill>
                  <a:srgbClr val="D9D2FF"/>
                </a:solidFill>
              </a:rPr>
              <a:t>Add or remove meals and see the total update.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56FE3-45AF-4D96-8673-7C16FB2C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9D2FF"/>
                </a:solidFill>
              </a:defRPr>
            </a:defPPr>
            <a:lvl1pPr>
              <a:defRPr sz="3150" b="1">
                <a:solidFill>
                  <a:srgbClr val="D9D2FF"/>
                </a:solidFill>
              </a:defRPr>
            </a:lvl1pPr>
            <a:lvl2pPr>
              <a:defRPr sz="3150" b="1">
                <a:solidFill>
                  <a:srgbClr val="D9D2FF"/>
                </a:solidFill>
              </a:defRPr>
            </a:lvl2pPr>
            <a:lvl3pPr>
              <a:defRPr sz="3150" b="1">
                <a:solidFill>
                  <a:srgbClr val="D9D2FF"/>
                </a:solidFill>
              </a:defRPr>
            </a:lvl3pPr>
            <a:lvl4pPr>
              <a:defRPr sz="3150" b="1">
                <a:solidFill>
                  <a:srgbClr val="D9D2FF"/>
                </a:solidFill>
              </a:defRPr>
            </a:lvl4pPr>
            <a:lvl5pPr>
              <a:defRPr sz="3150" b="1">
                <a:solidFill>
                  <a:srgbClr val="D9D2FF"/>
                </a:solidFill>
              </a:defRPr>
            </a:lvl5pPr>
            <a:lvl6pPr>
              <a:defRPr sz="3150" b="1">
                <a:solidFill>
                  <a:srgbClr val="D9D2FF"/>
                </a:solidFill>
              </a:defRPr>
            </a:lvl6pPr>
            <a:lvl7pPr>
              <a:defRPr sz="3150" b="1">
                <a:solidFill>
                  <a:srgbClr val="D9D2FF"/>
                </a:solidFill>
              </a:defRPr>
            </a:lvl7pPr>
            <a:lvl8pPr>
              <a:defRPr sz="3150" b="1">
                <a:solidFill>
                  <a:srgbClr val="D9D2FF"/>
                </a:solidFill>
              </a:defRPr>
            </a:lvl8pPr>
            <a:lvl9pPr>
              <a:defRPr sz="3150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D2FF"/>
                </a:solidFill>
              </a:defRPr>
            </a:pPr>
            <a:r>
              <a:rPr sz="3150" b="1">
                <a:solidFill>
                  <a:srgbClr val="D9D2FF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EDF24-FC5C-48FE-B685-CFCB2BC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1D74A-4FEE-4045-A9FD-84F0FB2E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48075"/>
            <a:ext cx="228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9D2FF"/>
                </a:solidFill>
              </a:defRPr>
            </a:defPPr>
            <a:lvl1pPr>
              <a:defRPr sz="1500" b="0">
                <a:solidFill>
                  <a:srgbClr val="D9D2FF"/>
                </a:solidFill>
              </a:defRPr>
            </a:lvl1pPr>
            <a:lvl2pPr>
              <a:defRPr sz="1500" b="0">
                <a:solidFill>
                  <a:srgbClr val="D9D2FF"/>
                </a:solidFill>
              </a:defRPr>
            </a:lvl2pPr>
            <a:lvl3pPr>
              <a:defRPr sz="1500" b="0">
                <a:solidFill>
                  <a:srgbClr val="D9D2FF"/>
                </a:solidFill>
              </a:defRPr>
            </a:lvl3pPr>
            <a:lvl4pPr>
              <a:defRPr sz="1500" b="0">
                <a:solidFill>
                  <a:srgbClr val="D9D2FF"/>
                </a:solidFill>
              </a:defRPr>
            </a:lvl4pPr>
            <a:lvl5pPr>
              <a:defRPr sz="1500" b="0">
                <a:solidFill>
                  <a:srgbClr val="D9D2FF"/>
                </a:solidFill>
              </a:defRPr>
            </a:lvl5pPr>
            <a:lvl6pPr>
              <a:defRPr sz="1500" b="0">
                <a:solidFill>
                  <a:srgbClr val="D9D2FF"/>
                </a:solidFill>
              </a:defRPr>
            </a:lvl6pPr>
            <a:lvl7pPr>
              <a:defRPr sz="1500" b="0">
                <a:solidFill>
                  <a:srgbClr val="D9D2FF"/>
                </a:solidFill>
              </a:defRPr>
            </a:lvl7pPr>
            <a:lvl8pPr>
              <a:defRPr sz="1500" b="0">
                <a:solidFill>
                  <a:srgbClr val="D9D2FF"/>
                </a:solidFill>
              </a:defRPr>
            </a:lvl8pPr>
            <a:lvl9pPr>
              <a:defRPr sz="1500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9D2FF"/>
                </a:solidFill>
              </a:defRPr>
            </a:pPr>
            <a:r>
              <a:rPr sz="1500" b="0">
                <a:solidFill>
                  <a:srgbClr val="D9D2FF"/>
                </a:solidFill>
              </a:rPr>
              <a:t>Place a cash order saved to Firestore.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61869-11A8-470E-B04C-F629189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24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9D2FF"/>
                </a:solidFill>
              </a:defRPr>
            </a:defPPr>
            <a:lvl1pPr>
              <a:defRPr sz="3150" b="1">
                <a:solidFill>
                  <a:srgbClr val="D9D2FF"/>
                </a:solidFill>
              </a:defRPr>
            </a:lvl1pPr>
            <a:lvl2pPr>
              <a:defRPr sz="3150" b="1">
                <a:solidFill>
                  <a:srgbClr val="D9D2FF"/>
                </a:solidFill>
              </a:defRPr>
            </a:lvl2pPr>
            <a:lvl3pPr>
              <a:defRPr sz="3150" b="1">
                <a:solidFill>
                  <a:srgbClr val="D9D2FF"/>
                </a:solidFill>
              </a:defRPr>
            </a:lvl3pPr>
            <a:lvl4pPr>
              <a:defRPr sz="3150" b="1">
                <a:solidFill>
                  <a:srgbClr val="D9D2FF"/>
                </a:solidFill>
              </a:defRPr>
            </a:lvl4pPr>
            <a:lvl5pPr>
              <a:defRPr sz="3150" b="1">
                <a:solidFill>
                  <a:srgbClr val="D9D2FF"/>
                </a:solidFill>
              </a:defRPr>
            </a:lvl5pPr>
            <a:lvl6pPr>
              <a:defRPr sz="3150" b="1">
                <a:solidFill>
                  <a:srgbClr val="D9D2FF"/>
                </a:solidFill>
              </a:defRPr>
            </a:lvl6pPr>
            <a:lvl7pPr>
              <a:defRPr sz="3150" b="1">
                <a:solidFill>
                  <a:srgbClr val="D9D2FF"/>
                </a:solidFill>
              </a:defRPr>
            </a:lvl7pPr>
            <a:lvl8pPr>
              <a:defRPr sz="3150" b="1">
                <a:solidFill>
                  <a:srgbClr val="D9D2FF"/>
                </a:solidFill>
              </a:defRPr>
            </a:lvl8pPr>
            <a:lvl9pPr>
              <a:defRPr sz="3150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D2FF"/>
                </a:solidFill>
              </a:defRPr>
            </a:pPr>
            <a:r>
              <a:rPr sz="3150" b="1">
                <a:solidFill>
                  <a:srgbClr val="D9D2FF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B6F68-3D87-45B0-B65D-4D0769D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57525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41490-D56E-46A8-A8AB-79AC73E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48075"/>
            <a:ext cx="228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9D2FF"/>
                </a:solidFill>
              </a:defRPr>
            </a:defPPr>
            <a:lvl1pPr>
              <a:defRPr sz="1500" b="0">
                <a:solidFill>
                  <a:srgbClr val="D9D2FF"/>
                </a:solidFill>
              </a:defRPr>
            </a:lvl1pPr>
            <a:lvl2pPr>
              <a:defRPr sz="1500" b="0">
                <a:solidFill>
                  <a:srgbClr val="D9D2FF"/>
                </a:solidFill>
              </a:defRPr>
            </a:lvl2pPr>
            <a:lvl3pPr>
              <a:defRPr sz="1500" b="0">
                <a:solidFill>
                  <a:srgbClr val="D9D2FF"/>
                </a:solidFill>
              </a:defRPr>
            </a:lvl3pPr>
            <a:lvl4pPr>
              <a:defRPr sz="1500" b="0">
                <a:solidFill>
                  <a:srgbClr val="D9D2FF"/>
                </a:solidFill>
              </a:defRPr>
            </a:lvl4pPr>
            <a:lvl5pPr>
              <a:defRPr sz="1500" b="0">
                <a:solidFill>
                  <a:srgbClr val="D9D2FF"/>
                </a:solidFill>
              </a:defRPr>
            </a:lvl5pPr>
            <a:lvl6pPr>
              <a:defRPr sz="1500" b="0">
                <a:solidFill>
                  <a:srgbClr val="D9D2FF"/>
                </a:solidFill>
              </a:defRPr>
            </a:lvl6pPr>
            <a:lvl7pPr>
              <a:defRPr sz="1500" b="0">
                <a:solidFill>
                  <a:srgbClr val="D9D2FF"/>
                </a:solidFill>
              </a:defRPr>
            </a:lvl7pPr>
            <a:lvl8pPr>
              <a:defRPr sz="1500" b="0">
                <a:solidFill>
                  <a:srgbClr val="D9D2FF"/>
                </a:solidFill>
              </a:defRPr>
            </a:lvl8pPr>
            <a:lvl9pPr>
              <a:defRPr sz="1500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9D2FF"/>
                </a:solidFill>
              </a:defRPr>
            </a:pPr>
            <a:r>
              <a:rPr sz="1500" b="0">
                <a:solidFill>
                  <a:srgbClr val="D9D2FF"/>
                </a:solidFill>
              </a:rPr>
              <a:t>Read the order history and current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02A7F-F9A6-446A-B7BB-EF595DA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9D2FF"/>
                </a:solidFill>
              </a:defRPr>
            </a:defPPr>
            <a:lvl1pPr>
              <a:defRPr sz="1350" b="0">
                <a:solidFill>
                  <a:srgbClr val="D9D2FF"/>
                </a:solidFill>
              </a:defRPr>
            </a:lvl1pPr>
            <a:lvl2pPr>
              <a:defRPr sz="1350" b="0">
                <a:solidFill>
                  <a:srgbClr val="D9D2FF"/>
                </a:solidFill>
              </a:defRPr>
            </a:lvl2pPr>
            <a:lvl3pPr>
              <a:defRPr sz="1350" b="0">
                <a:solidFill>
                  <a:srgbClr val="D9D2FF"/>
                </a:solidFill>
              </a:defRPr>
            </a:lvl3pPr>
            <a:lvl4pPr>
              <a:defRPr sz="1350" b="0">
                <a:solidFill>
                  <a:srgbClr val="D9D2FF"/>
                </a:solidFill>
              </a:defRPr>
            </a:lvl4pPr>
            <a:lvl5pPr>
              <a:defRPr sz="1350" b="0">
                <a:solidFill>
                  <a:srgbClr val="D9D2FF"/>
                </a:solidFill>
              </a:defRPr>
            </a:lvl5pPr>
            <a:lvl6pPr>
              <a:defRPr sz="1350" b="0">
                <a:solidFill>
                  <a:srgbClr val="D9D2FF"/>
                </a:solidFill>
              </a:defRPr>
            </a:lvl6pPr>
            <a:lvl7pPr>
              <a:defRPr sz="1350" b="0">
                <a:solidFill>
                  <a:srgbClr val="D9D2FF"/>
                </a:solidFill>
              </a:defRPr>
            </a:lvl7pPr>
            <a:lvl8pPr>
              <a:defRPr sz="1350" b="0">
                <a:solidFill>
                  <a:srgbClr val="D9D2FF"/>
                </a:solidFill>
              </a:defRPr>
            </a:lvl8pPr>
            <a:lvl9pPr>
              <a:defRPr sz="1350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9D2FF"/>
                </a:solidFill>
              </a:defRPr>
            </a:pPr>
            <a:r>
              <a:rPr sz="1350" b="0">
                <a:solidFill>
                  <a:srgbClr val="D9D2FF"/>
                </a:solidFill>
              </a:rPr>
              <a:t>Menu prices in the beta are sample prices.</a:t>
            </a:r>
          </a:p>
        </p:txBody>
      </p:sp>
    </p:spTree>
    <p:extLst>
      <p:ext uri="{BB962C8B-B14F-4D97-AF65-F5344CB8AC3E}">
        <p14:creationId xmlns:p14="http://schemas.microsoft.com/office/powerpoint/2010/main" val="336497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47B62-C238-4596-B9AE-610DDC6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A5CFA"/>
                </a:solidFill>
              </a:defRPr>
            </a:defPPr>
            <a:lvl1pPr>
              <a:defRPr sz="1125" b="1">
                <a:solidFill>
                  <a:srgbClr val="7A5CFA"/>
                </a:solidFill>
              </a:defRPr>
            </a:lvl1pPr>
            <a:lvl2pPr>
              <a:defRPr sz="1125" b="1">
                <a:solidFill>
                  <a:srgbClr val="7A5CFA"/>
                </a:solidFill>
              </a:defRPr>
            </a:lvl2pPr>
            <a:lvl3pPr>
              <a:defRPr sz="1125" b="1">
                <a:solidFill>
                  <a:srgbClr val="7A5CFA"/>
                </a:solidFill>
              </a:defRPr>
            </a:lvl3pPr>
            <a:lvl4pPr>
              <a:defRPr sz="1125" b="1">
                <a:solidFill>
                  <a:srgbClr val="7A5CFA"/>
                </a:solidFill>
              </a:defRPr>
            </a:lvl4pPr>
            <a:lvl5pPr>
              <a:defRPr sz="1125" b="1">
                <a:solidFill>
                  <a:srgbClr val="7A5CFA"/>
                </a:solidFill>
              </a:defRPr>
            </a:lvl5pPr>
            <a:lvl6pPr>
              <a:defRPr sz="1125" b="1">
                <a:solidFill>
                  <a:srgbClr val="7A5CFA"/>
                </a:solidFill>
              </a:defRPr>
            </a:lvl6pPr>
            <a:lvl7pPr>
              <a:defRPr sz="1125" b="1">
                <a:solidFill>
                  <a:srgbClr val="7A5CFA"/>
                </a:solidFill>
              </a:defRPr>
            </a:lvl7pPr>
            <a:lvl8pPr>
              <a:defRPr sz="1125" b="1">
                <a:solidFill>
                  <a:srgbClr val="7A5CFA"/>
                </a:solidFill>
              </a:defRPr>
            </a:lvl8pPr>
            <a:lvl9pPr>
              <a:defRPr sz="1125" b="1">
                <a:solidFill>
                  <a:srgbClr val="7A5C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5CFA"/>
                </a:solidFill>
              </a:defRPr>
            </a:pPr>
            <a:r>
              <a:rPr sz="1125" b="1">
                <a:solidFill>
                  <a:srgbClr val="7A5CFA"/>
                </a:solidFill>
              </a:rPr>
              <a:t>MORE APP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74928-BD5A-4D35-A157-D3CE5F02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D1B2D"/>
                </a:solidFill>
              </a:defRPr>
            </a:defPPr>
            <a:lvl1pPr>
              <a:defRPr sz="3375" b="1">
                <a:solidFill>
                  <a:srgbClr val="1D1B2D"/>
                </a:solidFill>
              </a:defRPr>
            </a:lvl1pPr>
            <a:lvl2pPr>
              <a:defRPr sz="3375" b="1">
                <a:solidFill>
                  <a:srgbClr val="1D1B2D"/>
                </a:solidFill>
              </a:defRPr>
            </a:lvl2pPr>
            <a:lvl3pPr>
              <a:defRPr sz="3375" b="1">
                <a:solidFill>
                  <a:srgbClr val="1D1B2D"/>
                </a:solidFill>
              </a:defRPr>
            </a:lvl3pPr>
            <a:lvl4pPr>
              <a:defRPr sz="3375" b="1">
                <a:solidFill>
                  <a:srgbClr val="1D1B2D"/>
                </a:solidFill>
              </a:defRPr>
            </a:lvl4pPr>
            <a:lvl5pPr>
              <a:defRPr sz="3375" b="1">
                <a:solidFill>
                  <a:srgbClr val="1D1B2D"/>
                </a:solidFill>
              </a:defRPr>
            </a:lvl5pPr>
            <a:lvl6pPr>
              <a:defRPr sz="3375" b="1">
                <a:solidFill>
                  <a:srgbClr val="1D1B2D"/>
                </a:solidFill>
              </a:defRPr>
            </a:lvl6pPr>
            <a:lvl7pPr>
              <a:defRPr sz="3375" b="1">
                <a:solidFill>
                  <a:srgbClr val="1D1B2D"/>
                </a:solidFill>
              </a:defRPr>
            </a:lvl7pPr>
            <a:lvl8pPr>
              <a:defRPr sz="3375" b="1">
                <a:solidFill>
                  <a:srgbClr val="1D1B2D"/>
                </a:solidFill>
              </a:defRPr>
            </a:lvl8pPr>
            <a:lvl9pPr>
              <a:defRPr sz="3375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D1B2D"/>
                </a:solidFill>
              </a:defRPr>
            </a:pPr>
            <a:r>
              <a:rPr sz="3375" b="1">
                <a:solidFill>
                  <a:srgbClr val="1D1B2D"/>
                </a:solidFill>
              </a:rPr>
              <a:t>Nearby and personal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31015-D326-4C7C-A373-D411DC61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E5B70"/>
                </a:solidFill>
              </a:defRPr>
            </a:defPPr>
            <a:lvl1pPr>
              <a:defRPr sz="975" b="0">
                <a:solidFill>
                  <a:srgbClr val="5E5B70"/>
                </a:solidFill>
              </a:defRPr>
            </a:lvl1pPr>
            <a:lvl2pPr>
              <a:defRPr sz="975" b="0">
                <a:solidFill>
                  <a:srgbClr val="5E5B70"/>
                </a:solidFill>
              </a:defRPr>
            </a:lvl2pPr>
            <a:lvl3pPr>
              <a:defRPr sz="975" b="0">
                <a:solidFill>
                  <a:srgbClr val="5E5B70"/>
                </a:solidFill>
              </a:defRPr>
            </a:lvl3pPr>
            <a:lvl4pPr>
              <a:defRPr sz="975" b="0">
                <a:solidFill>
                  <a:srgbClr val="5E5B70"/>
                </a:solidFill>
              </a:defRPr>
            </a:lvl4pPr>
            <a:lvl5pPr>
              <a:defRPr sz="975" b="0">
                <a:solidFill>
                  <a:srgbClr val="5E5B70"/>
                </a:solidFill>
              </a:defRPr>
            </a:lvl5pPr>
            <a:lvl6pPr>
              <a:defRPr sz="975" b="0">
                <a:solidFill>
                  <a:srgbClr val="5E5B70"/>
                </a:solidFill>
              </a:defRPr>
            </a:lvl6pPr>
            <a:lvl7pPr>
              <a:defRPr sz="975" b="0">
                <a:solidFill>
                  <a:srgbClr val="5E5B70"/>
                </a:solidFill>
              </a:defRPr>
            </a:lvl7pPr>
            <a:lvl8pPr>
              <a:defRPr sz="975" b="0">
                <a:solidFill>
                  <a:srgbClr val="5E5B70"/>
                </a:solidFill>
              </a:defRPr>
            </a:lvl8pPr>
            <a:lvl9pPr>
              <a:defRPr sz="97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5B70"/>
                </a:solidFill>
              </a:defRPr>
            </a:pPr>
            <a:r>
              <a:rPr sz="975" b="0">
                <a:solidFill>
                  <a:srgbClr val="5E5B7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C24D7-3054-42F0-B7DD-AA03E71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1B2D"/>
                </a:solidFill>
              </a:defRPr>
            </a:defPPr>
            <a:lvl1pPr>
              <a:defRPr sz="1800" b="1">
                <a:solidFill>
                  <a:srgbClr val="1D1B2D"/>
                </a:solidFill>
              </a:defRPr>
            </a:lvl1pPr>
            <a:lvl2pPr>
              <a:defRPr sz="1800" b="1">
                <a:solidFill>
                  <a:srgbClr val="1D1B2D"/>
                </a:solidFill>
              </a:defRPr>
            </a:lvl2pPr>
            <a:lvl3pPr>
              <a:defRPr sz="1800" b="1">
                <a:solidFill>
                  <a:srgbClr val="1D1B2D"/>
                </a:solidFill>
              </a:defRPr>
            </a:lvl3pPr>
            <a:lvl4pPr>
              <a:defRPr sz="1800" b="1">
                <a:solidFill>
                  <a:srgbClr val="1D1B2D"/>
                </a:solidFill>
              </a:defRPr>
            </a:lvl4pPr>
            <a:lvl5pPr>
              <a:defRPr sz="1800" b="1">
                <a:solidFill>
                  <a:srgbClr val="1D1B2D"/>
                </a:solidFill>
              </a:defRPr>
            </a:lvl5pPr>
            <a:lvl6pPr>
              <a:defRPr sz="1800" b="1">
                <a:solidFill>
                  <a:srgbClr val="1D1B2D"/>
                </a:solidFill>
              </a:defRPr>
            </a:lvl6pPr>
            <a:lvl7pPr>
              <a:defRPr sz="1800" b="1">
                <a:solidFill>
                  <a:srgbClr val="1D1B2D"/>
                </a:solidFill>
              </a:defRPr>
            </a:lvl7pPr>
            <a:lvl8pPr>
              <a:defRPr sz="1800" b="1">
                <a:solidFill>
                  <a:srgbClr val="1D1B2D"/>
                </a:solidFill>
              </a:defRPr>
            </a:lvl8pPr>
            <a:lvl9pPr>
              <a:defRPr sz="180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1B2D"/>
                </a:solidFill>
              </a:defRPr>
            </a:pPr>
            <a:r>
              <a:rPr sz="1800" b="1">
                <a:solidFill>
                  <a:srgbClr val="1D1B2D"/>
                </a:solidFill>
              </a:rPr>
              <a:t>Vendor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BAC64-691C-4242-9B1F-D492D19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905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Google Maps shows five sample vendors across Egyptian cities, with cuisine and rating.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85879-F356-41BF-8F11-52C2B55B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955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1B2D"/>
                </a:solidFill>
              </a:defRPr>
            </a:defPPr>
            <a:lvl1pPr>
              <a:defRPr sz="1800" b="1">
                <a:solidFill>
                  <a:srgbClr val="1D1B2D"/>
                </a:solidFill>
              </a:defRPr>
            </a:lvl1pPr>
            <a:lvl2pPr>
              <a:defRPr sz="1800" b="1">
                <a:solidFill>
                  <a:srgbClr val="1D1B2D"/>
                </a:solidFill>
              </a:defRPr>
            </a:lvl2pPr>
            <a:lvl3pPr>
              <a:defRPr sz="1800" b="1">
                <a:solidFill>
                  <a:srgbClr val="1D1B2D"/>
                </a:solidFill>
              </a:defRPr>
            </a:lvl3pPr>
            <a:lvl4pPr>
              <a:defRPr sz="1800" b="1">
                <a:solidFill>
                  <a:srgbClr val="1D1B2D"/>
                </a:solidFill>
              </a:defRPr>
            </a:lvl4pPr>
            <a:lvl5pPr>
              <a:defRPr sz="1800" b="1">
                <a:solidFill>
                  <a:srgbClr val="1D1B2D"/>
                </a:solidFill>
              </a:defRPr>
            </a:lvl5pPr>
            <a:lvl6pPr>
              <a:defRPr sz="1800" b="1">
                <a:solidFill>
                  <a:srgbClr val="1D1B2D"/>
                </a:solidFill>
              </a:defRPr>
            </a:lvl6pPr>
            <a:lvl7pPr>
              <a:defRPr sz="1800" b="1">
                <a:solidFill>
                  <a:srgbClr val="1D1B2D"/>
                </a:solidFill>
              </a:defRPr>
            </a:lvl7pPr>
            <a:lvl8pPr>
              <a:defRPr sz="1800" b="1">
                <a:solidFill>
                  <a:srgbClr val="1D1B2D"/>
                </a:solidFill>
              </a:defRPr>
            </a:lvl8pPr>
            <a:lvl9pPr>
              <a:defRPr sz="180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1B2D"/>
                </a:solidFill>
              </a:defRPr>
            </a:pPr>
            <a:r>
              <a:rPr sz="1800" b="1">
                <a:solidFill>
                  <a:srgbClr val="1D1B2D"/>
                </a:solidFill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5F599-9989-4D22-ABAA-22C855A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Profile photo upload, activity summary, and biometric unlock on supported devices.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E3281-9A18-49E7-8340-33EEACB8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1B2D"/>
                </a:solidFill>
              </a:defRPr>
            </a:defPPr>
            <a:lvl1pPr>
              <a:defRPr sz="1800" b="1">
                <a:solidFill>
                  <a:srgbClr val="1D1B2D"/>
                </a:solidFill>
              </a:defRPr>
            </a:lvl1pPr>
            <a:lvl2pPr>
              <a:defRPr sz="1800" b="1">
                <a:solidFill>
                  <a:srgbClr val="1D1B2D"/>
                </a:solidFill>
              </a:defRPr>
            </a:lvl2pPr>
            <a:lvl3pPr>
              <a:defRPr sz="1800" b="1">
                <a:solidFill>
                  <a:srgbClr val="1D1B2D"/>
                </a:solidFill>
              </a:defRPr>
            </a:lvl3pPr>
            <a:lvl4pPr>
              <a:defRPr sz="1800" b="1">
                <a:solidFill>
                  <a:srgbClr val="1D1B2D"/>
                </a:solidFill>
              </a:defRPr>
            </a:lvl4pPr>
            <a:lvl5pPr>
              <a:defRPr sz="1800" b="1">
                <a:solidFill>
                  <a:srgbClr val="1D1B2D"/>
                </a:solidFill>
              </a:defRPr>
            </a:lvl5pPr>
            <a:lvl6pPr>
              <a:defRPr sz="1800" b="1">
                <a:solidFill>
                  <a:srgbClr val="1D1B2D"/>
                </a:solidFill>
              </a:defRPr>
            </a:lvl6pPr>
            <a:lvl7pPr>
              <a:defRPr sz="1800" b="1">
                <a:solidFill>
                  <a:srgbClr val="1D1B2D"/>
                </a:solidFill>
              </a:defRPr>
            </a:lvl7pPr>
            <a:lvl8pPr>
              <a:defRPr sz="1800" b="1">
                <a:solidFill>
                  <a:srgbClr val="1D1B2D"/>
                </a:solidFill>
              </a:defRPr>
            </a:lvl8pPr>
            <a:lvl9pPr>
              <a:defRPr sz="180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1B2D"/>
                </a:solidFill>
              </a:defRPr>
            </a:pPr>
            <a:r>
              <a:rPr sz="1800" b="1">
                <a:solidFill>
                  <a:srgbClr val="1D1B2D"/>
                </a:solidFill>
              </a:rPr>
              <a:t>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7BD41-8099-4F4A-AEAE-CD05E2D6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4905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English and Arabic interface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CDA05-82BD-4EC7-AA85-D907894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1B2D"/>
                </a:solidFill>
              </a:defRPr>
            </a:defPPr>
            <a:lvl1pPr>
              <a:defRPr sz="1800" b="1">
                <a:solidFill>
                  <a:srgbClr val="1D1B2D"/>
                </a:solidFill>
              </a:defRPr>
            </a:lvl1pPr>
            <a:lvl2pPr>
              <a:defRPr sz="1800" b="1">
                <a:solidFill>
                  <a:srgbClr val="1D1B2D"/>
                </a:solidFill>
              </a:defRPr>
            </a:lvl2pPr>
            <a:lvl3pPr>
              <a:defRPr sz="1800" b="1">
                <a:solidFill>
                  <a:srgbClr val="1D1B2D"/>
                </a:solidFill>
              </a:defRPr>
            </a:lvl3pPr>
            <a:lvl4pPr>
              <a:defRPr sz="1800" b="1">
                <a:solidFill>
                  <a:srgbClr val="1D1B2D"/>
                </a:solidFill>
              </a:defRPr>
            </a:lvl4pPr>
            <a:lvl5pPr>
              <a:defRPr sz="1800" b="1">
                <a:solidFill>
                  <a:srgbClr val="1D1B2D"/>
                </a:solidFill>
              </a:defRPr>
            </a:lvl5pPr>
            <a:lvl6pPr>
              <a:defRPr sz="1800" b="1">
                <a:solidFill>
                  <a:srgbClr val="1D1B2D"/>
                </a:solidFill>
              </a:defRPr>
            </a:lvl6pPr>
            <a:lvl7pPr>
              <a:defRPr sz="1800" b="1">
                <a:solidFill>
                  <a:srgbClr val="1D1B2D"/>
                </a:solidFill>
              </a:defRPr>
            </a:lvl7pPr>
            <a:lvl8pPr>
              <a:defRPr sz="1800" b="1">
                <a:solidFill>
                  <a:srgbClr val="1D1B2D"/>
                </a:solidFill>
              </a:defRPr>
            </a:lvl8pPr>
            <a:lvl9pPr>
              <a:defRPr sz="1800" b="1">
                <a:solidFill>
                  <a:srgbClr val="1D1B2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1B2D"/>
                </a:solidFill>
              </a:defRPr>
            </a:pPr>
            <a:r>
              <a:rPr sz="1800" b="1">
                <a:solidFill>
                  <a:srgbClr val="1D1B2D"/>
                </a:solidFill>
              </a:rPr>
              <a:t>Appearance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6ED11-A844-4FFB-A99A-B22D075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815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E5B70"/>
                </a:solidFill>
              </a:defRPr>
            </a:defPPr>
            <a:lvl1pPr>
              <a:defRPr sz="1425" b="0">
                <a:solidFill>
                  <a:srgbClr val="5E5B70"/>
                </a:solidFill>
              </a:defRPr>
            </a:lvl1pPr>
            <a:lvl2pPr>
              <a:defRPr sz="1425" b="0">
                <a:solidFill>
                  <a:srgbClr val="5E5B70"/>
                </a:solidFill>
              </a:defRPr>
            </a:lvl2pPr>
            <a:lvl3pPr>
              <a:defRPr sz="1425" b="0">
                <a:solidFill>
                  <a:srgbClr val="5E5B70"/>
                </a:solidFill>
              </a:defRPr>
            </a:lvl3pPr>
            <a:lvl4pPr>
              <a:defRPr sz="1425" b="0">
                <a:solidFill>
                  <a:srgbClr val="5E5B70"/>
                </a:solidFill>
              </a:defRPr>
            </a:lvl4pPr>
            <a:lvl5pPr>
              <a:defRPr sz="1425" b="0">
                <a:solidFill>
                  <a:srgbClr val="5E5B70"/>
                </a:solidFill>
              </a:defRPr>
            </a:lvl5pPr>
            <a:lvl6pPr>
              <a:defRPr sz="1425" b="0">
                <a:solidFill>
                  <a:srgbClr val="5E5B70"/>
                </a:solidFill>
              </a:defRPr>
            </a:lvl6pPr>
            <a:lvl7pPr>
              <a:defRPr sz="1425" b="0">
                <a:solidFill>
                  <a:srgbClr val="5E5B70"/>
                </a:solidFill>
              </a:defRPr>
            </a:lvl7pPr>
            <a:lvl8pPr>
              <a:defRPr sz="1425" b="0">
                <a:solidFill>
                  <a:srgbClr val="5E5B70"/>
                </a:solidFill>
              </a:defRPr>
            </a:lvl8pPr>
            <a:lvl9pPr>
              <a:defRPr sz="1425" b="0">
                <a:solidFill>
                  <a:srgbClr val="5E5B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5B70"/>
                </a:solidFill>
              </a:defRPr>
            </a:pPr>
            <a:r>
              <a:rPr sz="1425" b="0">
                <a:solidFill>
                  <a:srgbClr val="5E5B70"/>
                </a:solidFill>
              </a:rPr>
              <a:t>Light and dark themes with the StreetBite purple palette.</a:t>
            </a:r>
          </a:p>
        </p:txBody>
      </p:sp>
    </p:spTree>
    <p:extLst>
      <p:ext uri="{BB962C8B-B14F-4D97-AF65-F5344CB8AC3E}">
        <p14:creationId xmlns:p14="http://schemas.microsoft.com/office/powerpoint/2010/main" val="143632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B2E8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E3490-096F-440D-A5C3-1827EDEB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D2FF"/>
                </a:solidFill>
              </a:defRPr>
            </a:defPPr>
            <a:lvl1pPr>
              <a:defRPr sz="1125" b="1">
                <a:solidFill>
                  <a:srgbClr val="D9D2FF"/>
                </a:solidFill>
              </a:defRPr>
            </a:lvl1pPr>
            <a:lvl2pPr>
              <a:defRPr sz="1125" b="1">
                <a:solidFill>
                  <a:srgbClr val="D9D2FF"/>
                </a:solidFill>
              </a:defRPr>
            </a:lvl2pPr>
            <a:lvl3pPr>
              <a:defRPr sz="1125" b="1">
                <a:solidFill>
                  <a:srgbClr val="D9D2FF"/>
                </a:solidFill>
              </a:defRPr>
            </a:lvl3pPr>
            <a:lvl4pPr>
              <a:defRPr sz="1125" b="1">
                <a:solidFill>
                  <a:srgbClr val="D9D2FF"/>
                </a:solidFill>
              </a:defRPr>
            </a:lvl4pPr>
            <a:lvl5pPr>
              <a:defRPr sz="1125" b="1">
                <a:solidFill>
                  <a:srgbClr val="D9D2FF"/>
                </a:solidFill>
              </a:defRPr>
            </a:lvl5pPr>
            <a:lvl6pPr>
              <a:defRPr sz="1125" b="1">
                <a:solidFill>
                  <a:srgbClr val="D9D2FF"/>
                </a:solidFill>
              </a:defRPr>
            </a:lvl6pPr>
            <a:lvl7pPr>
              <a:defRPr sz="1125" b="1">
                <a:solidFill>
                  <a:srgbClr val="D9D2FF"/>
                </a:solidFill>
              </a:defRPr>
            </a:lvl7pPr>
            <a:lvl8pPr>
              <a:defRPr sz="1125" b="1">
                <a:solidFill>
                  <a:srgbClr val="D9D2FF"/>
                </a:solidFill>
              </a:defRPr>
            </a:lvl8pPr>
            <a:lvl9pPr>
              <a:defRPr sz="1125" b="1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D2FF"/>
                </a:solidFill>
              </a:defRPr>
            </a:pPr>
            <a:r>
              <a:rPr sz="1125" b="1">
                <a:solidFill>
                  <a:srgbClr val="D9D2FF"/>
                </a:solidFill>
              </a:rPr>
              <a:t>RELEASE &amp;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8249E-5FD6-4913-A439-A20294F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</a:defRPr>
            </a:defPPr>
            <a:lvl1pPr>
              <a:defRPr sz="3375" b="1">
                <a:solidFill>
                  <a:srgbClr val="FFFFFF"/>
                </a:solidFill>
              </a:defRPr>
            </a:lvl1pPr>
            <a:lvl2pPr>
              <a:defRPr sz="3375" b="1">
                <a:solidFill>
                  <a:srgbClr val="FFFFFF"/>
                </a:solidFill>
              </a:defRPr>
            </a:lvl2pPr>
            <a:lvl3pPr>
              <a:defRPr sz="3375" b="1">
                <a:solidFill>
                  <a:srgbClr val="FFFFFF"/>
                </a:solidFill>
              </a:defRPr>
            </a:lvl3pPr>
            <a:lvl4pPr>
              <a:defRPr sz="3375" b="1">
                <a:solidFill>
                  <a:srgbClr val="FFFFFF"/>
                </a:solidFill>
              </a:defRPr>
            </a:lvl4pPr>
            <a:lvl5pPr>
              <a:defRPr sz="3375" b="1">
                <a:solidFill>
                  <a:srgbClr val="FFFFFF"/>
                </a:solidFill>
              </a:defRPr>
            </a:lvl5pPr>
            <a:lvl6pPr>
              <a:defRPr sz="3375" b="1">
                <a:solidFill>
                  <a:srgbClr val="FFFFFF"/>
                </a:solidFill>
              </a:defRPr>
            </a:lvl6pPr>
            <a:lvl7pPr>
              <a:defRPr sz="3375" b="1">
                <a:solidFill>
                  <a:srgbClr val="FFFFFF"/>
                </a:solidFill>
              </a:defRPr>
            </a:lvl7pPr>
            <a:lvl8pPr>
              <a:defRPr sz="3375" b="1">
                <a:solidFill>
                  <a:srgbClr val="FFFFFF"/>
                </a:solidFill>
              </a:defRPr>
            </a:lvl8pPr>
            <a:lvl9pPr>
              <a:defRPr sz="33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Beta delivered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93B0A-DC02-4DD4-B9BA-E72A67DD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D9D2FF"/>
                </a:solidFill>
              </a:defRPr>
            </a:defPPr>
            <a:lvl1pPr>
              <a:defRPr sz="975" b="0">
                <a:solidFill>
                  <a:srgbClr val="D9D2FF"/>
                </a:solidFill>
              </a:defRPr>
            </a:lvl1pPr>
            <a:lvl2pPr>
              <a:defRPr sz="975" b="0">
                <a:solidFill>
                  <a:srgbClr val="D9D2FF"/>
                </a:solidFill>
              </a:defRPr>
            </a:lvl2pPr>
            <a:lvl3pPr>
              <a:defRPr sz="975" b="0">
                <a:solidFill>
                  <a:srgbClr val="D9D2FF"/>
                </a:solidFill>
              </a:defRPr>
            </a:lvl3pPr>
            <a:lvl4pPr>
              <a:defRPr sz="975" b="0">
                <a:solidFill>
                  <a:srgbClr val="D9D2FF"/>
                </a:solidFill>
              </a:defRPr>
            </a:lvl4pPr>
            <a:lvl5pPr>
              <a:defRPr sz="975" b="0">
                <a:solidFill>
                  <a:srgbClr val="D9D2FF"/>
                </a:solidFill>
              </a:defRPr>
            </a:lvl5pPr>
            <a:lvl6pPr>
              <a:defRPr sz="975" b="0">
                <a:solidFill>
                  <a:srgbClr val="D9D2FF"/>
                </a:solidFill>
              </a:defRPr>
            </a:lvl6pPr>
            <a:lvl7pPr>
              <a:defRPr sz="975" b="0">
                <a:solidFill>
                  <a:srgbClr val="D9D2FF"/>
                </a:solidFill>
              </a:defRPr>
            </a:lvl7pPr>
            <a:lvl8pPr>
              <a:defRPr sz="975" b="0">
                <a:solidFill>
                  <a:srgbClr val="D9D2FF"/>
                </a:solidFill>
              </a:defRPr>
            </a:lvl8pPr>
            <a:lvl9pPr>
              <a:defRPr sz="9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9D2FF"/>
                </a:solidFill>
              </a:defRPr>
            </a:pPr>
            <a:r>
              <a:rPr sz="975" b="0">
                <a:solidFill>
                  <a:srgbClr val="D9D2F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A0DE4-15BE-4307-AEDC-69A042E1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825" b="1">
                <a:solidFill>
                  <a:srgbClr val="FFFFFF"/>
                </a:solidFill>
              </a:defRPr>
            </a:defPPr>
            <a:lvl1pPr>
              <a:defRPr sz="6825" b="1">
                <a:solidFill>
                  <a:srgbClr val="FFFFFF"/>
                </a:solidFill>
              </a:defRPr>
            </a:lvl1pPr>
            <a:lvl2pPr>
              <a:defRPr sz="6825" b="1">
                <a:solidFill>
                  <a:srgbClr val="FFFFFF"/>
                </a:solidFill>
              </a:defRPr>
            </a:lvl2pPr>
            <a:lvl3pPr>
              <a:defRPr sz="6825" b="1">
                <a:solidFill>
                  <a:srgbClr val="FFFFFF"/>
                </a:solidFill>
              </a:defRPr>
            </a:lvl3pPr>
            <a:lvl4pPr>
              <a:defRPr sz="6825" b="1">
                <a:solidFill>
                  <a:srgbClr val="FFFFFF"/>
                </a:solidFill>
              </a:defRPr>
            </a:lvl4pPr>
            <a:lvl5pPr>
              <a:defRPr sz="6825" b="1">
                <a:solidFill>
                  <a:srgbClr val="FFFFFF"/>
                </a:solidFill>
              </a:defRPr>
            </a:lvl5pPr>
            <a:lvl6pPr>
              <a:defRPr sz="6825" b="1">
                <a:solidFill>
                  <a:srgbClr val="FFFFFF"/>
                </a:solidFill>
              </a:defRPr>
            </a:lvl6pPr>
            <a:lvl7pPr>
              <a:defRPr sz="6825" b="1">
                <a:solidFill>
                  <a:srgbClr val="FFFFFF"/>
                </a:solidFill>
              </a:defRPr>
            </a:lvl7pPr>
            <a:lvl8pPr>
              <a:defRPr sz="6825" b="1">
                <a:solidFill>
                  <a:srgbClr val="FFFFFF"/>
                </a:solidFill>
              </a:defRPr>
            </a:lvl8pPr>
            <a:lvl9pPr>
              <a:defRPr sz="6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825" b="1">
                <a:solidFill>
                  <a:srgbClr val="FFFFFF"/>
                </a:solidFill>
              </a:defRPr>
            </a:pPr>
            <a:r>
              <a:rPr sz="6825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79A60-1A11-4F58-86A8-298228A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D2FF"/>
                </a:solidFill>
              </a:defRPr>
            </a:defPPr>
            <a:lvl1pPr>
              <a:defRPr sz="1875" b="0">
                <a:solidFill>
                  <a:srgbClr val="D9D2FF"/>
                </a:solidFill>
              </a:defRPr>
            </a:lvl1pPr>
            <a:lvl2pPr>
              <a:defRPr sz="1875" b="0">
                <a:solidFill>
                  <a:srgbClr val="D9D2FF"/>
                </a:solidFill>
              </a:defRPr>
            </a:lvl2pPr>
            <a:lvl3pPr>
              <a:defRPr sz="1875" b="0">
                <a:solidFill>
                  <a:srgbClr val="D9D2FF"/>
                </a:solidFill>
              </a:defRPr>
            </a:lvl3pPr>
            <a:lvl4pPr>
              <a:defRPr sz="1875" b="0">
                <a:solidFill>
                  <a:srgbClr val="D9D2FF"/>
                </a:solidFill>
              </a:defRPr>
            </a:lvl4pPr>
            <a:lvl5pPr>
              <a:defRPr sz="1875" b="0">
                <a:solidFill>
                  <a:srgbClr val="D9D2FF"/>
                </a:solidFill>
              </a:defRPr>
            </a:lvl5pPr>
            <a:lvl6pPr>
              <a:defRPr sz="1875" b="0">
                <a:solidFill>
                  <a:srgbClr val="D9D2FF"/>
                </a:solidFill>
              </a:defRPr>
            </a:lvl6pPr>
            <a:lvl7pPr>
              <a:defRPr sz="1875" b="0">
                <a:solidFill>
                  <a:srgbClr val="D9D2FF"/>
                </a:solidFill>
              </a:defRPr>
            </a:lvl7pPr>
            <a:lvl8pPr>
              <a:defRPr sz="1875" b="0">
                <a:solidFill>
                  <a:srgbClr val="D9D2FF"/>
                </a:solidFill>
              </a:defRPr>
            </a:lvl8pPr>
            <a:lvl9pPr>
              <a:defRPr sz="18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D2FF"/>
                </a:solidFill>
              </a:defRPr>
            </a:pPr>
            <a:r>
              <a:rPr sz="1875" b="0">
                <a:solidFill>
                  <a:srgbClr val="D9D2FF"/>
                </a:solidFill>
              </a:rPr>
              <a:t>Flutter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674BB-92B0-499B-8B1A-05EE7C06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857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FFF"/>
                </a:solidFill>
              </a:defRPr>
            </a:defPPr>
            <a:lvl1pPr>
              <a:defRPr sz="2175" b="1">
                <a:solidFill>
                  <a:srgbClr val="FFFFFF"/>
                </a:solidFill>
              </a:defRPr>
            </a:lvl1pPr>
            <a:lvl2pPr>
              <a:defRPr sz="2175" b="1">
                <a:solidFill>
                  <a:srgbClr val="FFFFFF"/>
                </a:solidFill>
              </a:defRPr>
            </a:lvl2pPr>
            <a:lvl3pPr>
              <a:defRPr sz="2175" b="1">
                <a:solidFill>
                  <a:srgbClr val="FFFFFF"/>
                </a:solidFill>
              </a:defRPr>
            </a:lvl3pPr>
            <a:lvl4pPr>
              <a:defRPr sz="2175" b="1">
                <a:solidFill>
                  <a:srgbClr val="FFFFFF"/>
                </a:solidFill>
              </a:defRPr>
            </a:lvl4pPr>
            <a:lvl5pPr>
              <a:defRPr sz="2175" b="1">
                <a:solidFill>
                  <a:srgbClr val="FFFFFF"/>
                </a:solidFill>
              </a:defRPr>
            </a:lvl5pPr>
            <a:lvl6pPr>
              <a:defRPr sz="2175" b="1">
                <a:solidFill>
                  <a:srgbClr val="FFFFFF"/>
                </a:solidFill>
              </a:defRPr>
            </a:lvl6pPr>
            <a:lvl7pPr>
              <a:defRPr sz="2175" b="1">
                <a:solidFill>
                  <a:srgbClr val="FFFFFF"/>
                </a:solidFill>
              </a:defRPr>
            </a:lvl7pPr>
            <a:lvl8pPr>
              <a:defRPr sz="2175" b="1">
                <a:solidFill>
                  <a:srgbClr val="FFFFFF"/>
                </a:solidFill>
              </a:defRPr>
            </a:lvl8pPr>
            <a:lvl9pPr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Android release APK built and distributed to two Firebase App Distribution testers.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D99F5-3B12-43E7-8F78-1FAE23D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86300"/>
            <a:ext cx="5857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D2FF"/>
                </a:solidFill>
              </a:defRPr>
            </a:defPPr>
            <a:lvl1pPr>
              <a:defRPr sz="1575" b="0">
                <a:solidFill>
                  <a:srgbClr val="D9D2FF"/>
                </a:solidFill>
              </a:defRPr>
            </a:lvl1pPr>
            <a:lvl2pPr>
              <a:defRPr sz="1575" b="0">
                <a:solidFill>
                  <a:srgbClr val="D9D2FF"/>
                </a:solidFill>
              </a:defRPr>
            </a:lvl2pPr>
            <a:lvl3pPr>
              <a:defRPr sz="1575" b="0">
                <a:solidFill>
                  <a:srgbClr val="D9D2FF"/>
                </a:solidFill>
              </a:defRPr>
            </a:lvl3pPr>
            <a:lvl4pPr>
              <a:defRPr sz="1575" b="0">
                <a:solidFill>
                  <a:srgbClr val="D9D2FF"/>
                </a:solidFill>
              </a:defRPr>
            </a:lvl4pPr>
            <a:lvl5pPr>
              <a:defRPr sz="1575" b="0">
                <a:solidFill>
                  <a:srgbClr val="D9D2FF"/>
                </a:solidFill>
              </a:defRPr>
            </a:lvl5pPr>
            <a:lvl6pPr>
              <a:defRPr sz="1575" b="0">
                <a:solidFill>
                  <a:srgbClr val="D9D2FF"/>
                </a:solidFill>
              </a:defRPr>
            </a:lvl6pPr>
            <a:lvl7pPr>
              <a:defRPr sz="1575" b="0">
                <a:solidFill>
                  <a:srgbClr val="D9D2FF"/>
                </a:solidFill>
              </a:defRPr>
            </a:lvl7pPr>
            <a:lvl8pPr>
              <a:defRPr sz="1575" b="0">
                <a:solidFill>
                  <a:srgbClr val="D9D2FF"/>
                </a:solidFill>
              </a:defRPr>
            </a:lvl8pPr>
            <a:lvl9pPr>
              <a:defRPr sz="1575" b="0">
                <a:solidFill>
                  <a:srgbClr val="D9D2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D2FF"/>
                </a:solidFill>
              </a:defRPr>
            </a:pPr>
            <a:r>
              <a:rPr sz="1575" b="0">
                <a:solidFill>
                  <a:srgbClr val="D9D2FF"/>
                </a:solidFill>
              </a:rPr>
              <a:t>Next: connect a card gateway and use a dedicated production signing key.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EE51F-1A2B-4BBF-994B-A0503FEF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876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github.com/baselSamer/street-bite-basel</a:t>
            </a:r>
          </a:p>
        </p:txBody>
      </p:sp>
    </p:spTree>
    <p:extLst>
      <p:ext uri="{BB962C8B-B14F-4D97-AF65-F5344CB8AC3E}">
        <p14:creationId xmlns:p14="http://schemas.microsoft.com/office/powerpoint/2010/main" val="1598839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2026-10-19T21:01:25.8790000Z</dcterms:created>
  <dcterms:modified xsi:type="dcterms:W3CDTF">2026-10-19T21:01:25.8790000Z</dcterms:modified>
</coreProperties>
</file>